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6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31CE9-E815-4245-BE69-E37DCE1AD445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4115D-FAA6-4713-B2BD-DB26A554CE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9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31CE9-E815-4245-BE69-E37DCE1AD445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4115D-FAA6-4713-B2BD-DB26A554CE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1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31CE9-E815-4245-BE69-E37DCE1AD445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4115D-FAA6-4713-B2BD-DB26A554CE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3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31CE9-E815-4245-BE69-E37DCE1AD445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4115D-FAA6-4713-B2BD-DB26A554CE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693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31CE9-E815-4245-BE69-E37DCE1AD445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4115D-FAA6-4713-B2BD-DB26A554CE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711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31CE9-E815-4245-BE69-E37DCE1AD445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4115D-FAA6-4713-B2BD-DB26A554CE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52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31CE9-E815-4245-BE69-E37DCE1AD445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4115D-FAA6-4713-B2BD-DB26A554CE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791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31CE9-E815-4245-BE69-E37DCE1AD445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4115D-FAA6-4713-B2BD-DB26A554CE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950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31CE9-E815-4245-BE69-E37DCE1AD445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4115D-FAA6-4713-B2BD-DB26A554CE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494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31CE9-E815-4245-BE69-E37DCE1AD445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4115D-FAA6-4713-B2BD-DB26A554CE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8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31CE9-E815-4245-BE69-E37DCE1AD445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4115D-FAA6-4713-B2BD-DB26A554CE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119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31CE9-E815-4245-BE69-E37DCE1AD445}" type="datetimeFigureOut">
              <a:rPr lang="ko-KR" altLang="en-US" smtClean="0"/>
              <a:t>2026-02-01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4115D-FAA6-4713-B2BD-DB26A554CE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663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1197035" y="3923604"/>
            <a:ext cx="2236124" cy="12385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r>
              <a:rPr lang="en-US" altLang="ko-KR" dirty="0" smtClean="0"/>
              <a:t>AI</a:t>
            </a:r>
            <a:endParaRPr lang="ko-KR" altLang="en-US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3882044" y="3923604"/>
            <a:ext cx="2236124" cy="12385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r>
              <a:rPr lang="en-US" altLang="ko-KR" dirty="0" smtClean="0"/>
              <a:t>AI</a:t>
            </a:r>
            <a:endParaRPr lang="ko-KR" altLang="en-US" dirty="0" smtClean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9540240" y="3923605"/>
            <a:ext cx="2236124" cy="12385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</a:t>
            </a:r>
            <a:r>
              <a:rPr lang="en-US" altLang="ko-KR" dirty="0" smtClean="0"/>
              <a:t>AI</a:t>
            </a:r>
            <a:endParaRPr lang="ko-KR" altLang="en-US" dirty="0" smtClean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2180705" y="2297084"/>
            <a:ext cx="2236124" cy="12385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AAI</a:t>
            </a:r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5749636" y="2297083"/>
            <a:ext cx="2236124" cy="12385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AAI</a:t>
            </a:r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9318567" y="2297083"/>
            <a:ext cx="2236124" cy="12385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AAI</a:t>
            </a:r>
            <a:endParaRPr lang="ko-KR" altLang="en-US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4053839" y="484910"/>
            <a:ext cx="2236124" cy="12385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AsAI</a:t>
            </a:r>
            <a:endParaRPr lang="ko-KR" altLang="en-US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7789025" y="484910"/>
            <a:ext cx="2236124" cy="12385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AsAI</a:t>
            </a:r>
            <a:endParaRPr lang="ko-KR" altLang="en-US" dirty="0"/>
          </a:p>
        </p:txBody>
      </p:sp>
      <p:sp>
        <p:nvSpPr>
          <p:cNvPr id="12" name="오른쪽 화살표 11"/>
          <p:cNvSpPr/>
          <p:nvPr/>
        </p:nvSpPr>
        <p:spPr>
          <a:xfrm>
            <a:off x="6583680" y="4305993"/>
            <a:ext cx="2323407" cy="6068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182880" y="3923604"/>
            <a:ext cx="869306" cy="123859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Local Region</a:t>
            </a:r>
            <a:endParaRPr lang="ko-KR" altLang="en-US" sz="1400" dirty="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182879" y="2297083"/>
            <a:ext cx="1107302" cy="123859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Regional Domain</a:t>
            </a:r>
            <a:endParaRPr lang="ko-KR" altLang="en-US" sz="1400" dirty="0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191193" y="484910"/>
            <a:ext cx="2363584" cy="1238597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National(Sovereign) Region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5051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157828" y="3203057"/>
            <a:ext cx="3762819" cy="3285425"/>
            <a:chOff x="182879" y="484910"/>
            <a:chExt cx="11593485" cy="4677292"/>
          </a:xfrm>
        </p:grpSpPr>
        <p:sp>
          <p:nvSpPr>
            <p:cNvPr id="4" name="모서리가 둥근 직사각형 3"/>
            <p:cNvSpPr/>
            <p:nvPr/>
          </p:nvSpPr>
          <p:spPr>
            <a:xfrm>
              <a:off x="1197035" y="3923604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</a:t>
              </a:r>
              <a:r>
                <a:rPr lang="en-US" altLang="ko-KR" dirty="0" smtClean="0"/>
                <a:t>AI</a:t>
              </a:r>
              <a:endParaRPr lang="ko-KR" altLang="en-US" dirty="0"/>
            </a:p>
          </p:txBody>
        </p:sp>
        <p:sp>
          <p:nvSpPr>
            <p:cNvPr id="5" name="모서리가 둥근 직사각형 4"/>
            <p:cNvSpPr/>
            <p:nvPr/>
          </p:nvSpPr>
          <p:spPr>
            <a:xfrm>
              <a:off x="3882044" y="3923604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</a:t>
              </a:r>
              <a:r>
                <a:rPr lang="en-US" altLang="ko-KR" dirty="0" smtClean="0"/>
                <a:t>AI</a:t>
              </a:r>
              <a:endParaRPr lang="ko-KR" altLang="en-US" dirty="0" smtClean="0"/>
            </a:p>
          </p:txBody>
        </p:sp>
        <p:sp>
          <p:nvSpPr>
            <p:cNvPr id="6" name="모서리가 둥근 직사각형 5"/>
            <p:cNvSpPr/>
            <p:nvPr/>
          </p:nvSpPr>
          <p:spPr>
            <a:xfrm>
              <a:off x="9540240" y="3923605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</a:t>
              </a:r>
              <a:r>
                <a:rPr lang="en-US" altLang="ko-KR" dirty="0" smtClean="0"/>
                <a:t>AI</a:t>
              </a:r>
              <a:endParaRPr lang="ko-KR" altLang="en-US" dirty="0" smtClean="0"/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2180705" y="2297084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AAI</a:t>
              </a:r>
              <a:endParaRPr lang="ko-KR" altLang="en-US" dirty="0"/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5749636" y="2297083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mtClean="0"/>
                <a:t>AAI</a:t>
              </a:r>
              <a:endParaRPr lang="ko-KR" altLang="en-US" dirty="0"/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9318567" y="2297083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mtClean="0"/>
                <a:t>AAI</a:t>
              </a:r>
              <a:endParaRPr lang="ko-KR" altLang="en-US" dirty="0"/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4053839" y="484910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AsAI</a:t>
              </a:r>
              <a:endParaRPr lang="ko-KR" altLang="en-US" dirty="0"/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789025" y="484910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mtClean="0"/>
                <a:t>AsAI</a:t>
              </a:r>
              <a:endParaRPr lang="ko-KR" altLang="en-US" dirty="0"/>
            </a:p>
          </p:txBody>
        </p:sp>
        <p:sp>
          <p:nvSpPr>
            <p:cNvPr id="12" name="오른쪽 화살표 11"/>
            <p:cNvSpPr/>
            <p:nvPr/>
          </p:nvSpPr>
          <p:spPr>
            <a:xfrm>
              <a:off x="6583680" y="4305993"/>
              <a:ext cx="2323407" cy="60682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모서리가 둥근 직사각형 12"/>
            <p:cNvSpPr/>
            <p:nvPr/>
          </p:nvSpPr>
          <p:spPr>
            <a:xfrm>
              <a:off x="182880" y="3923604"/>
              <a:ext cx="869306" cy="1238597"/>
            </a:xfrm>
            <a:prstGeom prst="round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182879" y="2297083"/>
              <a:ext cx="1107302" cy="1238597"/>
            </a:xfrm>
            <a:prstGeom prst="round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191193" y="484910"/>
              <a:ext cx="2363584" cy="1238597"/>
            </a:xfrm>
            <a:prstGeom prst="round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4201727" y="3203057"/>
            <a:ext cx="3762819" cy="3285425"/>
            <a:chOff x="182879" y="484910"/>
            <a:chExt cx="11593485" cy="4677292"/>
          </a:xfrm>
        </p:grpSpPr>
        <p:sp>
          <p:nvSpPr>
            <p:cNvPr id="18" name="모서리가 둥근 직사각형 17"/>
            <p:cNvSpPr/>
            <p:nvPr/>
          </p:nvSpPr>
          <p:spPr>
            <a:xfrm>
              <a:off x="1197035" y="3923604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</a:t>
              </a:r>
              <a:r>
                <a:rPr lang="en-US" altLang="ko-KR" dirty="0" smtClean="0"/>
                <a:t>AI</a:t>
              </a:r>
              <a:endParaRPr lang="ko-KR" altLang="en-US" dirty="0"/>
            </a:p>
          </p:txBody>
        </p:sp>
        <p:sp>
          <p:nvSpPr>
            <p:cNvPr id="19" name="모서리가 둥근 직사각형 18"/>
            <p:cNvSpPr/>
            <p:nvPr/>
          </p:nvSpPr>
          <p:spPr>
            <a:xfrm>
              <a:off x="3882044" y="3923604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</a:t>
              </a:r>
              <a:r>
                <a:rPr lang="en-US" altLang="ko-KR" dirty="0" smtClean="0"/>
                <a:t>AI</a:t>
              </a:r>
              <a:endParaRPr lang="ko-KR" altLang="en-US" dirty="0" smtClean="0"/>
            </a:p>
          </p:txBody>
        </p:sp>
        <p:sp>
          <p:nvSpPr>
            <p:cNvPr id="20" name="모서리가 둥근 직사각형 19"/>
            <p:cNvSpPr/>
            <p:nvPr/>
          </p:nvSpPr>
          <p:spPr>
            <a:xfrm>
              <a:off x="9540240" y="3923605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</a:t>
              </a:r>
              <a:r>
                <a:rPr lang="en-US" altLang="ko-KR" dirty="0" smtClean="0"/>
                <a:t>AI</a:t>
              </a:r>
              <a:endParaRPr lang="ko-KR" altLang="en-US" dirty="0" smtClean="0"/>
            </a:p>
          </p:txBody>
        </p:sp>
        <p:sp>
          <p:nvSpPr>
            <p:cNvPr id="21" name="모서리가 둥근 직사각형 20"/>
            <p:cNvSpPr/>
            <p:nvPr/>
          </p:nvSpPr>
          <p:spPr>
            <a:xfrm>
              <a:off x="2180705" y="2297084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AAI</a:t>
              </a:r>
              <a:endParaRPr lang="ko-KR" altLang="en-US" dirty="0"/>
            </a:p>
          </p:txBody>
        </p:sp>
        <p:sp>
          <p:nvSpPr>
            <p:cNvPr id="22" name="모서리가 둥근 직사각형 21"/>
            <p:cNvSpPr/>
            <p:nvPr/>
          </p:nvSpPr>
          <p:spPr>
            <a:xfrm>
              <a:off x="5749636" y="2297083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mtClean="0"/>
                <a:t>AAI</a:t>
              </a:r>
              <a:endParaRPr lang="ko-KR" altLang="en-US" dirty="0"/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9318567" y="2297083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mtClean="0"/>
                <a:t>AAI</a:t>
              </a:r>
              <a:endParaRPr lang="ko-KR" altLang="en-US" dirty="0"/>
            </a:p>
          </p:txBody>
        </p:sp>
        <p:sp>
          <p:nvSpPr>
            <p:cNvPr id="24" name="모서리가 둥근 직사각형 23"/>
            <p:cNvSpPr/>
            <p:nvPr/>
          </p:nvSpPr>
          <p:spPr>
            <a:xfrm>
              <a:off x="4053839" y="484910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AsAI</a:t>
              </a:r>
              <a:endParaRPr lang="ko-KR" altLang="en-US" dirty="0"/>
            </a:p>
          </p:txBody>
        </p:sp>
        <p:sp>
          <p:nvSpPr>
            <p:cNvPr id="25" name="모서리가 둥근 직사각형 24"/>
            <p:cNvSpPr/>
            <p:nvPr/>
          </p:nvSpPr>
          <p:spPr>
            <a:xfrm>
              <a:off x="7789025" y="484910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mtClean="0"/>
                <a:t>AsAI</a:t>
              </a:r>
              <a:endParaRPr lang="ko-KR" altLang="en-US" dirty="0"/>
            </a:p>
          </p:txBody>
        </p:sp>
        <p:sp>
          <p:nvSpPr>
            <p:cNvPr id="26" name="오른쪽 화살표 25"/>
            <p:cNvSpPr/>
            <p:nvPr/>
          </p:nvSpPr>
          <p:spPr>
            <a:xfrm>
              <a:off x="6583680" y="4305993"/>
              <a:ext cx="2323407" cy="60682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모서리가 둥근 직사각형 26"/>
            <p:cNvSpPr/>
            <p:nvPr/>
          </p:nvSpPr>
          <p:spPr>
            <a:xfrm>
              <a:off x="182880" y="3923604"/>
              <a:ext cx="869306" cy="1238597"/>
            </a:xfrm>
            <a:prstGeom prst="round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28" name="모서리가 둥근 직사각형 27"/>
            <p:cNvSpPr/>
            <p:nvPr/>
          </p:nvSpPr>
          <p:spPr>
            <a:xfrm>
              <a:off x="182879" y="2297083"/>
              <a:ext cx="1107302" cy="1238597"/>
            </a:xfrm>
            <a:prstGeom prst="round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29" name="모서리가 둥근 직사각형 28"/>
            <p:cNvSpPr/>
            <p:nvPr/>
          </p:nvSpPr>
          <p:spPr>
            <a:xfrm>
              <a:off x="191193" y="484910"/>
              <a:ext cx="2363584" cy="1238597"/>
            </a:xfrm>
            <a:prstGeom prst="round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8181631" y="3203057"/>
            <a:ext cx="3762819" cy="3285425"/>
            <a:chOff x="182879" y="484910"/>
            <a:chExt cx="11593485" cy="4677292"/>
          </a:xfrm>
        </p:grpSpPr>
        <p:sp>
          <p:nvSpPr>
            <p:cNvPr id="31" name="모서리가 둥근 직사각형 30"/>
            <p:cNvSpPr/>
            <p:nvPr/>
          </p:nvSpPr>
          <p:spPr>
            <a:xfrm>
              <a:off x="1197035" y="3923604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</a:t>
              </a:r>
              <a:r>
                <a:rPr lang="en-US" altLang="ko-KR" dirty="0" smtClean="0"/>
                <a:t>AI</a:t>
              </a:r>
              <a:endParaRPr lang="ko-KR" altLang="en-US" dirty="0"/>
            </a:p>
          </p:txBody>
        </p:sp>
        <p:sp>
          <p:nvSpPr>
            <p:cNvPr id="32" name="모서리가 둥근 직사각형 31"/>
            <p:cNvSpPr/>
            <p:nvPr/>
          </p:nvSpPr>
          <p:spPr>
            <a:xfrm>
              <a:off x="3882044" y="3923604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</a:t>
              </a:r>
              <a:r>
                <a:rPr lang="en-US" altLang="ko-KR" dirty="0" smtClean="0"/>
                <a:t>AI</a:t>
              </a:r>
              <a:endParaRPr lang="ko-KR" altLang="en-US" dirty="0" smtClean="0"/>
            </a:p>
          </p:txBody>
        </p:sp>
        <p:sp>
          <p:nvSpPr>
            <p:cNvPr id="33" name="모서리가 둥근 직사각형 32"/>
            <p:cNvSpPr/>
            <p:nvPr/>
          </p:nvSpPr>
          <p:spPr>
            <a:xfrm>
              <a:off x="9540240" y="3923605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</a:t>
              </a:r>
              <a:r>
                <a:rPr lang="en-US" altLang="ko-KR" dirty="0" smtClean="0"/>
                <a:t>AI</a:t>
              </a:r>
              <a:endParaRPr lang="ko-KR" altLang="en-US" dirty="0" smtClean="0"/>
            </a:p>
          </p:txBody>
        </p:sp>
        <p:sp>
          <p:nvSpPr>
            <p:cNvPr id="34" name="모서리가 둥근 직사각형 33"/>
            <p:cNvSpPr/>
            <p:nvPr/>
          </p:nvSpPr>
          <p:spPr>
            <a:xfrm>
              <a:off x="2180705" y="2297084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AAI</a:t>
              </a:r>
              <a:endParaRPr lang="ko-KR" altLang="en-US" dirty="0"/>
            </a:p>
          </p:txBody>
        </p:sp>
        <p:sp>
          <p:nvSpPr>
            <p:cNvPr id="35" name="모서리가 둥근 직사각형 34"/>
            <p:cNvSpPr/>
            <p:nvPr/>
          </p:nvSpPr>
          <p:spPr>
            <a:xfrm>
              <a:off x="5749636" y="2297083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mtClean="0"/>
                <a:t>AAI</a:t>
              </a:r>
              <a:endParaRPr lang="ko-KR" altLang="en-US" dirty="0"/>
            </a:p>
          </p:txBody>
        </p:sp>
        <p:sp>
          <p:nvSpPr>
            <p:cNvPr id="36" name="모서리가 둥근 직사각형 35"/>
            <p:cNvSpPr/>
            <p:nvPr/>
          </p:nvSpPr>
          <p:spPr>
            <a:xfrm>
              <a:off x="9318567" y="2297083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mtClean="0"/>
                <a:t>AAI</a:t>
              </a:r>
              <a:endParaRPr lang="ko-KR" altLang="en-US" dirty="0"/>
            </a:p>
          </p:txBody>
        </p:sp>
        <p:sp>
          <p:nvSpPr>
            <p:cNvPr id="37" name="모서리가 둥근 직사각형 36"/>
            <p:cNvSpPr/>
            <p:nvPr/>
          </p:nvSpPr>
          <p:spPr>
            <a:xfrm>
              <a:off x="4053839" y="484910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AsAI</a:t>
              </a:r>
              <a:endParaRPr lang="ko-KR" altLang="en-US" dirty="0"/>
            </a:p>
          </p:txBody>
        </p:sp>
        <p:sp>
          <p:nvSpPr>
            <p:cNvPr id="38" name="모서리가 둥근 직사각형 37"/>
            <p:cNvSpPr/>
            <p:nvPr/>
          </p:nvSpPr>
          <p:spPr>
            <a:xfrm>
              <a:off x="7789025" y="484910"/>
              <a:ext cx="2236124" cy="123859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mtClean="0"/>
                <a:t>AsAI</a:t>
              </a:r>
              <a:endParaRPr lang="ko-KR" altLang="en-US" dirty="0"/>
            </a:p>
          </p:txBody>
        </p:sp>
        <p:sp>
          <p:nvSpPr>
            <p:cNvPr id="39" name="오른쪽 화살표 38"/>
            <p:cNvSpPr/>
            <p:nvPr/>
          </p:nvSpPr>
          <p:spPr>
            <a:xfrm>
              <a:off x="6583680" y="4305993"/>
              <a:ext cx="2323407" cy="60682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182880" y="3923604"/>
              <a:ext cx="869306" cy="1238597"/>
            </a:xfrm>
            <a:prstGeom prst="round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41" name="모서리가 둥근 직사각형 40"/>
            <p:cNvSpPr/>
            <p:nvPr/>
          </p:nvSpPr>
          <p:spPr>
            <a:xfrm>
              <a:off x="182879" y="2297083"/>
              <a:ext cx="1107302" cy="1238597"/>
            </a:xfrm>
            <a:prstGeom prst="round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42" name="모서리가 둥근 직사각형 41"/>
            <p:cNvSpPr/>
            <p:nvPr/>
          </p:nvSpPr>
          <p:spPr>
            <a:xfrm>
              <a:off x="191193" y="484910"/>
              <a:ext cx="2363584" cy="1238597"/>
            </a:xfrm>
            <a:prstGeom prst="round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</p:grpSp>
      <p:sp>
        <p:nvSpPr>
          <p:cNvPr id="43" name="모서리가 둥근 직사각형 42"/>
          <p:cNvSpPr/>
          <p:nvPr/>
        </p:nvSpPr>
        <p:spPr>
          <a:xfrm>
            <a:off x="439973" y="2029216"/>
            <a:ext cx="3480674" cy="9645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KOREA</a:t>
            </a:r>
            <a:endParaRPr lang="ko-KR" altLang="en-US" dirty="0"/>
          </a:p>
        </p:txBody>
      </p:sp>
      <p:sp>
        <p:nvSpPr>
          <p:cNvPr id="44" name="모서리가 둥근 직사각형 43"/>
          <p:cNvSpPr/>
          <p:nvPr/>
        </p:nvSpPr>
        <p:spPr>
          <a:xfrm>
            <a:off x="4201727" y="2038136"/>
            <a:ext cx="3480674" cy="9645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JAPAN</a:t>
            </a:r>
            <a:endParaRPr lang="ko-KR" altLang="en-US" dirty="0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8181631" y="2063188"/>
            <a:ext cx="3480674" cy="9645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CHINA</a:t>
            </a:r>
            <a:endParaRPr lang="ko-KR" altLang="en-US" dirty="0"/>
          </a:p>
        </p:txBody>
      </p:sp>
      <p:sp>
        <p:nvSpPr>
          <p:cNvPr id="46" name="모서리가 둥근 직사각형 45"/>
          <p:cNvSpPr/>
          <p:nvPr/>
        </p:nvSpPr>
        <p:spPr>
          <a:xfrm>
            <a:off x="439973" y="726510"/>
            <a:ext cx="11222332" cy="655366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Continental level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7698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5611660" y="5498926"/>
            <a:ext cx="1189973" cy="1240077"/>
            <a:chOff x="5611660" y="5498926"/>
            <a:chExt cx="1189973" cy="1240077"/>
          </a:xfrm>
        </p:grpSpPr>
        <p:grpSp>
          <p:nvGrpSpPr>
            <p:cNvPr id="4" name="그룹 3"/>
            <p:cNvGrpSpPr/>
            <p:nvPr/>
          </p:nvGrpSpPr>
          <p:grpSpPr>
            <a:xfrm>
              <a:off x="5719384" y="5611660"/>
              <a:ext cx="969515" cy="1027134"/>
              <a:chOff x="182879" y="484910"/>
              <a:chExt cx="11593485" cy="4677292"/>
            </a:xfrm>
          </p:grpSpPr>
          <p:sp>
            <p:nvSpPr>
              <p:cNvPr id="5" name="모서리가 둥근 직사각형 4"/>
              <p:cNvSpPr/>
              <p:nvPr/>
            </p:nvSpPr>
            <p:spPr>
              <a:xfrm>
                <a:off x="1197035" y="3923604"/>
                <a:ext cx="2236123" cy="1238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" name="모서리가 둥근 직사각형 5"/>
              <p:cNvSpPr/>
              <p:nvPr/>
            </p:nvSpPr>
            <p:spPr>
              <a:xfrm>
                <a:off x="3882044" y="3923604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7" name="모서리가 둥근 직사각형 6"/>
              <p:cNvSpPr/>
              <p:nvPr/>
            </p:nvSpPr>
            <p:spPr>
              <a:xfrm>
                <a:off x="9540240" y="3923605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8" name="모서리가 둥근 직사각형 7"/>
              <p:cNvSpPr/>
              <p:nvPr/>
            </p:nvSpPr>
            <p:spPr>
              <a:xfrm>
                <a:off x="2180706" y="2297084"/>
                <a:ext cx="2236123" cy="1238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9" name="모서리가 둥근 직사각형 8"/>
              <p:cNvSpPr/>
              <p:nvPr/>
            </p:nvSpPr>
            <p:spPr>
              <a:xfrm>
                <a:off x="5749636" y="2297083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" name="모서리가 둥근 직사각형 9"/>
              <p:cNvSpPr/>
              <p:nvPr/>
            </p:nvSpPr>
            <p:spPr>
              <a:xfrm>
                <a:off x="9318567" y="2297083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" name="모서리가 둥근 직사각형 10"/>
              <p:cNvSpPr/>
              <p:nvPr/>
            </p:nvSpPr>
            <p:spPr>
              <a:xfrm>
                <a:off x="4053839" y="484910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" name="모서리가 둥근 직사각형 11"/>
              <p:cNvSpPr/>
              <p:nvPr/>
            </p:nvSpPr>
            <p:spPr>
              <a:xfrm>
                <a:off x="7789025" y="484910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" name="오른쪽 화살표 12"/>
              <p:cNvSpPr/>
              <p:nvPr/>
            </p:nvSpPr>
            <p:spPr>
              <a:xfrm>
                <a:off x="6583680" y="4305993"/>
                <a:ext cx="2323407" cy="60682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모서리가 둥근 직사각형 13"/>
              <p:cNvSpPr/>
              <p:nvPr/>
            </p:nvSpPr>
            <p:spPr>
              <a:xfrm>
                <a:off x="182880" y="3923604"/>
                <a:ext cx="869306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15" name="모서리가 둥근 직사각형 14"/>
              <p:cNvSpPr/>
              <p:nvPr/>
            </p:nvSpPr>
            <p:spPr>
              <a:xfrm>
                <a:off x="182879" y="2297083"/>
                <a:ext cx="1107302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16" name="모서리가 둥근 직사각형 15"/>
              <p:cNvSpPr/>
              <p:nvPr/>
            </p:nvSpPr>
            <p:spPr>
              <a:xfrm>
                <a:off x="191193" y="484910"/>
                <a:ext cx="2363584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</p:grpSp>
        <p:sp>
          <p:nvSpPr>
            <p:cNvPr id="17" name="직사각형 16"/>
            <p:cNvSpPr/>
            <p:nvPr/>
          </p:nvSpPr>
          <p:spPr>
            <a:xfrm>
              <a:off x="5611660" y="5498926"/>
              <a:ext cx="1189973" cy="1240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/>
          <p:cNvGrpSpPr/>
          <p:nvPr/>
        </p:nvGrpSpPr>
        <p:grpSpPr>
          <a:xfrm rot="12894266">
            <a:off x="7527745" y="627553"/>
            <a:ext cx="1189973" cy="1240077"/>
            <a:chOff x="5611660" y="5498926"/>
            <a:chExt cx="1189973" cy="1240077"/>
          </a:xfrm>
        </p:grpSpPr>
        <p:grpSp>
          <p:nvGrpSpPr>
            <p:cNvPr id="20" name="그룹 19"/>
            <p:cNvGrpSpPr/>
            <p:nvPr/>
          </p:nvGrpSpPr>
          <p:grpSpPr>
            <a:xfrm>
              <a:off x="5719384" y="5611660"/>
              <a:ext cx="969515" cy="1027134"/>
              <a:chOff x="182879" y="484910"/>
              <a:chExt cx="11593485" cy="4677292"/>
            </a:xfrm>
          </p:grpSpPr>
          <p:sp>
            <p:nvSpPr>
              <p:cNvPr id="22" name="모서리가 둥근 직사각형 21"/>
              <p:cNvSpPr/>
              <p:nvPr/>
            </p:nvSpPr>
            <p:spPr>
              <a:xfrm>
                <a:off x="1197035" y="3923604"/>
                <a:ext cx="2236123" cy="1238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3" name="모서리가 둥근 직사각형 22"/>
              <p:cNvSpPr/>
              <p:nvPr/>
            </p:nvSpPr>
            <p:spPr>
              <a:xfrm>
                <a:off x="3882044" y="3923604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24" name="모서리가 둥근 직사각형 23"/>
              <p:cNvSpPr/>
              <p:nvPr/>
            </p:nvSpPr>
            <p:spPr>
              <a:xfrm>
                <a:off x="9540240" y="3923605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25" name="모서리가 둥근 직사각형 24"/>
              <p:cNvSpPr/>
              <p:nvPr/>
            </p:nvSpPr>
            <p:spPr>
              <a:xfrm>
                <a:off x="2180706" y="2297084"/>
                <a:ext cx="2236123" cy="1238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6" name="모서리가 둥근 직사각형 25"/>
              <p:cNvSpPr/>
              <p:nvPr/>
            </p:nvSpPr>
            <p:spPr>
              <a:xfrm>
                <a:off x="5749636" y="2297083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7" name="모서리가 둥근 직사각형 26"/>
              <p:cNvSpPr/>
              <p:nvPr/>
            </p:nvSpPr>
            <p:spPr>
              <a:xfrm>
                <a:off x="9318567" y="2297083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8" name="모서리가 둥근 직사각형 27"/>
              <p:cNvSpPr/>
              <p:nvPr/>
            </p:nvSpPr>
            <p:spPr>
              <a:xfrm>
                <a:off x="4053839" y="484910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29" name="모서리가 둥근 직사각형 28"/>
              <p:cNvSpPr/>
              <p:nvPr/>
            </p:nvSpPr>
            <p:spPr>
              <a:xfrm>
                <a:off x="7789025" y="484910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0" name="오른쪽 화살표 29"/>
              <p:cNvSpPr/>
              <p:nvPr/>
            </p:nvSpPr>
            <p:spPr>
              <a:xfrm>
                <a:off x="6583680" y="4305993"/>
                <a:ext cx="2323407" cy="60682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모서리가 둥근 직사각형 30"/>
              <p:cNvSpPr/>
              <p:nvPr/>
            </p:nvSpPr>
            <p:spPr>
              <a:xfrm>
                <a:off x="182880" y="3923604"/>
                <a:ext cx="869306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32" name="모서리가 둥근 직사각형 31"/>
              <p:cNvSpPr/>
              <p:nvPr/>
            </p:nvSpPr>
            <p:spPr>
              <a:xfrm>
                <a:off x="182879" y="2297083"/>
                <a:ext cx="1107302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33" name="모서리가 둥근 직사각형 32"/>
              <p:cNvSpPr/>
              <p:nvPr/>
            </p:nvSpPr>
            <p:spPr>
              <a:xfrm>
                <a:off x="191193" y="484910"/>
                <a:ext cx="2363584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</p:grpSp>
        <p:sp>
          <p:nvSpPr>
            <p:cNvPr id="21" name="직사각형 20"/>
            <p:cNvSpPr/>
            <p:nvPr/>
          </p:nvSpPr>
          <p:spPr>
            <a:xfrm>
              <a:off x="5611660" y="5498926"/>
              <a:ext cx="1189973" cy="1240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4" name="그룹 33"/>
          <p:cNvGrpSpPr/>
          <p:nvPr/>
        </p:nvGrpSpPr>
        <p:grpSpPr>
          <a:xfrm rot="17188576">
            <a:off x="8600392" y="3655186"/>
            <a:ext cx="1189973" cy="1240077"/>
            <a:chOff x="5611660" y="5498926"/>
            <a:chExt cx="1189973" cy="1240077"/>
          </a:xfrm>
        </p:grpSpPr>
        <p:grpSp>
          <p:nvGrpSpPr>
            <p:cNvPr id="35" name="그룹 34"/>
            <p:cNvGrpSpPr/>
            <p:nvPr/>
          </p:nvGrpSpPr>
          <p:grpSpPr>
            <a:xfrm>
              <a:off x="5719384" y="5611660"/>
              <a:ext cx="969515" cy="1027134"/>
              <a:chOff x="182879" y="484910"/>
              <a:chExt cx="11593485" cy="4677292"/>
            </a:xfrm>
          </p:grpSpPr>
          <p:sp>
            <p:nvSpPr>
              <p:cNvPr id="37" name="모서리가 둥근 직사각형 36"/>
              <p:cNvSpPr/>
              <p:nvPr/>
            </p:nvSpPr>
            <p:spPr>
              <a:xfrm>
                <a:off x="1197035" y="3923604"/>
                <a:ext cx="2236123" cy="1238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8" name="모서리가 둥근 직사각형 37"/>
              <p:cNvSpPr/>
              <p:nvPr/>
            </p:nvSpPr>
            <p:spPr>
              <a:xfrm>
                <a:off x="3882044" y="3923604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39" name="모서리가 둥근 직사각형 38"/>
              <p:cNvSpPr/>
              <p:nvPr/>
            </p:nvSpPr>
            <p:spPr>
              <a:xfrm>
                <a:off x="9540240" y="3923605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40" name="모서리가 둥근 직사각형 39"/>
              <p:cNvSpPr/>
              <p:nvPr/>
            </p:nvSpPr>
            <p:spPr>
              <a:xfrm>
                <a:off x="2180706" y="2297084"/>
                <a:ext cx="2236123" cy="1238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41" name="모서리가 둥근 직사각형 40"/>
              <p:cNvSpPr/>
              <p:nvPr/>
            </p:nvSpPr>
            <p:spPr>
              <a:xfrm>
                <a:off x="5749636" y="2297083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2" name="모서리가 둥근 직사각형 41"/>
              <p:cNvSpPr/>
              <p:nvPr/>
            </p:nvSpPr>
            <p:spPr>
              <a:xfrm>
                <a:off x="9318567" y="2297083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3" name="모서리가 둥근 직사각형 42"/>
              <p:cNvSpPr/>
              <p:nvPr/>
            </p:nvSpPr>
            <p:spPr>
              <a:xfrm>
                <a:off x="4053839" y="484910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44" name="모서리가 둥근 직사각형 43"/>
              <p:cNvSpPr/>
              <p:nvPr/>
            </p:nvSpPr>
            <p:spPr>
              <a:xfrm>
                <a:off x="7789025" y="484910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5" name="오른쪽 화살표 44"/>
              <p:cNvSpPr/>
              <p:nvPr/>
            </p:nvSpPr>
            <p:spPr>
              <a:xfrm>
                <a:off x="6583680" y="4305993"/>
                <a:ext cx="2323407" cy="60682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모서리가 둥근 직사각형 45"/>
              <p:cNvSpPr/>
              <p:nvPr/>
            </p:nvSpPr>
            <p:spPr>
              <a:xfrm>
                <a:off x="182880" y="3923604"/>
                <a:ext cx="869306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47" name="모서리가 둥근 직사각형 46"/>
              <p:cNvSpPr/>
              <p:nvPr/>
            </p:nvSpPr>
            <p:spPr>
              <a:xfrm>
                <a:off x="182879" y="2297083"/>
                <a:ext cx="1107302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48" name="모서리가 둥근 직사각형 47"/>
              <p:cNvSpPr/>
              <p:nvPr/>
            </p:nvSpPr>
            <p:spPr>
              <a:xfrm>
                <a:off x="191193" y="484910"/>
                <a:ext cx="2363584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</p:grpSp>
        <p:sp>
          <p:nvSpPr>
            <p:cNvPr id="36" name="직사각형 35"/>
            <p:cNvSpPr/>
            <p:nvPr/>
          </p:nvSpPr>
          <p:spPr>
            <a:xfrm>
              <a:off x="5611660" y="5498926"/>
              <a:ext cx="1189973" cy="1240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" name="그룹 48"/>
          <p:cNvGrpSpPr/>
          <p:nvPr/>
        </p:nvGrpSpPr>
        <p:grpSpPr>
          <a:xfrm rot="19341285">
            <a:off x="7533871" y="5042422"/>
            <a:ext cx="1189973" cy="1240077"/>
            <a:chOff x="5611660" y="5498926"/>
            <a:chExt cx="1189973" cy="1240077"/>
          </a:xfrm>
        </p:grpSpPr>
        <p:grpSp>
          <p:nvGrpSpPr>
            <p:cNvPr id="50" name="그룹 49"/>
            <p:cNvGrpSpPr/>
            <p:nvPr/>
          </p:nvGrpSpPr>
          <p:grpSpPr>
            <a:xfrm>
              <a:off x="5719384" y="5611660"/>
              <a:ext cx="969515" cy="1027134"/>
              <a:chOff x="182879" y="484910"/>
              <a:chExt cx="11593485" cy="4677292"/>
            </a:xfrm>
          </p:grpSpPr>
          <p:sp>
            <p:nvSpPr>
              <p:cNvPr id="52" name="모서리가 둥근 직사각형 51"/>
              <p:cNvSpPr/>
              <p:nvPr/>
            </p:nvSpPr>
            <p:spPr>
              <a:xfrm>
                <a:off x="1197035" y="3923604"/>
                <a:ext cx="2236123" cy="1238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3" name="모서리가 둥근 직사각형 52"/>
              <p:cNvSpPr/>
              <p:nvPr/>
            </p:nvSpPr>
            <p:spPr>
              <a:xfrm>
                <a:off x="3882044" y="3923604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54" name="모서리가 둥근 직사각형 53"/>
              <p:cNvSpPr/>
              <p:nvPr/>
            </p:nvSpPr>
            <p:spPr>
              <a:xfrm>
                <a:off x="9540240" y="3923605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55" name="모서리가 둥근 직사각형 54"/>
              <p:cNvSpPr/>
              <p:nvPr/>
            </p:nvSpPr>
            <p:spPr>
              <a:xfrm>
                <a:off x="2180706" y="2297084"/>
                <a:ext cx="2236123" cy="1238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56" name="모서리가 둥근 직사각형 55"/>
              <p:cNvSpPr/>
              <p:nvPr/>
            </p:nvSpPr>
            <p:spPr>
              <a:xfrm>
                <a:off x="5749636" y="2297083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7" name="모서리가 둥근 직사각형 56"/>
              <p:cNvSpPr/>
              <p:nvPr/>
            </p:nvSpPr>
            <p:spPr>
              <a:xfrm>
                <a:off x="9318567" y="2297083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모서리가 둥근 직사각형 57"/>
              <p:cNvSpPr/>
              <p:nvPr/>
            </p:nvSpPr>
            <p:spPr>
              <a:xfrm>
                <a:off x="4053839" y="484910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59" name="모서리가 둥근 직사각형 58"/>
              <p:cNvSpPr/>
              <p:nvPr/>
            </p:nvSpPr>
            <p:spPr>
              <a:xfrm>
                <a:off x="7789025" y="484910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0" name="오른쪽 화살표 59"/>
              <p:cNvSpPr/>
              <p:nvPr/>
            </p:nvSpPr>
            <p:spPr>
              <a:xfrm>
                <a:off x="6583680" y="4305993"/>
                <a:ext cx="2323407" cy="60682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모서리가 둥근 직사각형 60"/>
              <p:cNvSpPr/>
              <p:nvPr/>
            </p:nvSpPr>
            <p:spPr>
              <a:xfrm>
                <a:off x="182880" y="3923604"/>
                <a:ext cx="869306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62" name="모서리가 둥근 직사각형 61"/>
              <p:cNvSpPr/>
              <p:nvPr/>
            </p:nvSpPr>
            <p:spPr>
              <a:xfrm>
                <a:off x="182879" y="2297083"/>
                <a:ext cx="1107302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63" name="모서리가 둥근 직사각형 62"/>
              <p:cNvSpPr/>
              <p:nvPr/>
            </p:nvSpPr>
            <p:spPr>
              <a:xfrm>
                <a:off x="191193" y="484910"/>
                <a:ext cx="2363584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</p:grpSp>
        <p:sp>
          <p:nvSpPr>
            <p:cNvPr id="51" name="직사각형 50"/>
            <p:cNvSpPr/>
            <p:nvPr/>
          </p:nvSpPr>
          <p:spPr>
            <a:xfrm>
              <a:off x="5611660" y="5498926"/>
              <a:ext cx="1189973" cy="1240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4" name="타원 63"/>
          <p:cNvSpPr/>
          <p:nvPr/>
        </p:nvSpPr>
        <p:spPr>
          <a:xfrm>
            <a:off x="4498212" y="1615443"/>
            <a:ext cx="3861273" cy="3745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IVGF</a:t>
            </a:r>
            <a:endParaRPr lang="ko-KR" altLang="en-US" dirty="0"/>
          </a:p>
        </p:txBody>
      </p:sp>
      <p:grpSp>
        <p:nvGrpSpPr>
          <p:cNvPr id="65" name="그룹 64"/>
          <p:cNvGrpSpPr/>
          <p:nvPr/>
        </p:nvGrpSpPr>
        <p:grpSpPr>
          <a:xfrm rot="15294111">
            <a:off x="8680556" y="1991145"/>
            <a:ext cx="1189973" cy="1240077"/>
            <a:chOff x="5611660" y="5498926"/>
            <a:chExt cx="1189973" cy="1240077"/>
          </a:xfrm>
        </p:grpSpPr>
        <p:grpSp>
          <p:nvGrpSpPr>
            <p:cNvPr id="66" name="그룹 65"/>
            <p:cNvGrpSpPr/>
            <p:nvPr/>
          </p:nvGrpSpPr>
          <p:grpSpPr>
            <a:xfrm>
              <a:off x="5719384" y="5611660"/>
              <a:ext cx="969515" cy="1027134"/>
              <a:chOff x="182879" y="484910"/>
              <a:chExt cx="11593485" cy="4677292"/>
            </a:xfrm>
          </p:grpSpPr>
          <p:sp>
            <p:nvSpPr>
              <p:cNvPr id="68" name="모서리가 둥근 직사각형 67"/>
              <p:cNvSpPr/>
              <p:nvPr/>
            </p:nvSpPr>
            <p:spPr>
              <a:xfrm>
                <a:off x="1197035" y="3923604"/>
                <a:ext cx="2236123" cy="1238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9" name="모서리가 둥근 직사각형 68"/>
              <p:cNvSpPr/>
              <p:nvPr/>
            </p:nvSpPr>
            <p:spPr>
              <a:xfrm>
                <a:off x="3882044" y="3923604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70" name="모서리가 둥근 직사각형 69"/>
              <p:cNvSpPr/>
              <p:nvPr/>
            </p:nvSpPr>
            <p:spPr>
              <a:xfrm>
                <a:off x="9540240" y="3923605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71" name="모서리가 둥근 직사각형 70"/>
              <p:cNvSpPr/>
              <p:nvPr/>
            </p:nvSpPr>
            <p:spPr>
              <a:xfrm>
                <a:off x="2180706" y="2297084"/>
                <a:ext cx="2236123" cy="1238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72" name="모서리가 둥근 직사각형 71"/>
              <p:cNvSpPr/>
              <p:nvPr/>
            </p:nvSpPr>
            <p:spPr>
              <a:xfrm>
                <a:off x="5749636" y="2297083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3" name="모서리가 둥근 직사각형 72"/>
              <p:cNvSpPr/>
              <p:nvPr/>
            </p:nvSpPr>
            <p:spPr>
              <a:xfrm>
                <a:off x="9318567" y="2297083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4" name="모서리가 둥근 직사각형 73"/>
              <p:cNvSpPr/>
              <p:nvPr/>
            </p:nvSpPr>
            <p:spPr>
              <a:xfrm>
                <a:off x="4053839" y="484910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75" name="모서리가 둥근 직사각형 74"/>
              <p:cNvSpPr/>
              <p:nvPr/>
            </p:nvSpPr>
            <p:spPr>
              <a:xfrm>
                <a:off x="7789025" y="484910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6" name="오른쪽 화살표 75"/>
              <p:cNvSpPr/>
              <p:nvPr/>
            </p:nvSpPr>
            <p:spPr>
              <a:xfrm>
                <a:off x="6583680" y="4305993"/>
                <a:ext cx="2323407" cy="60682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" name="모서리가 둥근 직사각형 76"/>
              <p:cNvSpPr/>
              <p:nvPr/>
            </p:nvSpPr>
            <p:spPr>
              <a:xfrm>
                <a:off x="182880" y="3923604"/>
                <a:ext cx="869306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78" name="모서리가 둥근 직사각형 77"/>
              <p:cNvSpPr/>
              <p:nvPr/>
            </p:nvSpPr>
            <p:spPr>
              <a:xfrm>
                <a:off x="182879" y="2297083"/>
                <a:ext cx="1107302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79" name="모서리가 둥근 직사각형 78"/>
              <p:cNvSpPr/>
              <p:nvPr/>
            </p:nvSpPr>
            <p:spPr>
              <a:xfrm>
                <a:off x="191193" y="484910"/>
                <a:ext cx="2363584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</p:grpSp>
        <p:sp>
          <p:nvSpPr>
            <p:cNvPr id="67" name="직사각형 66"/>
            <p:cNvSpPr/>
            <p:nvPr/>
          </p:nvSpPr>
          <p:spPr>
            <a:xfrm>
              <a:off x="5611660" y="5498926"/>
              <a:ext cx="1189973" cy="1240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0" name="그룹 79"/>
          <p:cNvGrpSpPr/>
          <p:nvPr/>
        </p:nvGrpSpPr>
        <p:grpSpPr>
          <a:xfrm rot="10800000">
            <a:off x="5639164" y="72904"/>
            <a:ext cx="1189973" cy="1240077"/>
            <a:chOff x="5611660" y="5498926"/>
            <a:chExt cx="1189973" cy="1240077"/>
          </a:xfrm>
        </p:grpSpPr>
        <p:grpSp>
          <p:nvGrpSpPr>
            <p:cNvPr id="81" name="그룹 80"/>
            <p:cNvGrpSpPr/>
            <p:nvPr/>
          </p:nvGrpSpPr>
          <p:grpSpPr>
            <a:xfrm>
              <a:off x="5719384" y="5611660"/>
              <a:ext cx="969515" cy="1027134"/>
              <a:chOff x="182879" y="484910"/>
              <a:chExt cx="11593485" cy="4677292"/>
            </a:xfrm>
          </p:grpSpPr>
          <p:sp>
            <p:nvSpPr>
              <p:cNvPr id="83" name="모서리가 둥근 직사각형 82"/>
              <p:cNvSpPr/>
              <p:nvPr/>
            </p:nvSpPr>
            <p:spPr>
              <a:xfrm>
                <a:off x="1197035" y="3923604"/>
                <a:ext cx="2236123" cy="1238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84" name="모서리가 둥근 직사각형 83"/>
              <p:cNvSpPr/>
              <p:nvPr/>
            </p:nvSpPr>
            <p:spPr>
              <a:xfrm>
                <a:off x="3882044" y="3923604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85" name="모서리가 둥근 직사각형 84"/>
              <p:cNvSpPr/>
              <p:nvPr/>
            </p:nvSpPr>
            <p:spPr>
              <a:xfrm>
                <a:off x="9540240" y="3923605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86" name="모서리가 둥근 직사각형 85"/>
              <p:cNvSpPr/>
              <p:nvPr/>
            </p:nvSpPr>
            <p:spPr>
              <a:xfrm>
                <a:off x="2180706" y="2297084"/>
                <a:ext cx="2236123" cy="1238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87" name="모서리가 둥근 직사각형 86"/>
              <p:cNvSpPr/>
              <p:nvPr/>
            </p:nvSpPr>
            <p:spPr>
              <a:xfrm>
                <a:off x="5749636" y="2297083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88" name="모서리가 둥근 직사각형 87"/>
              <p:cNvSpPr/>
              <p:nvPr/>
            </p:nvSpPr>
            <p:spPr>
              <a:xfrm>
                <a:off x="9318567" y="2297083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89" name="모서리가 둥근 직사각형 88"/>
              <p:cNvSpPr/>
              <p:nvPr/>
            </p:nvSpPr>
            <p:spPr>
              <a:xfrm>
                <a:off x="4053839" y="484910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90" name="모서리가 둥근 직사각형 89"/>
              <p:cNvSpPr/>
              <p:nvPr/>
            </p:nvSpPr>
            <p:spPr>
              <a:xfrm>
                <a:off x="7789025" y="484910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1" name="오른쪽 화살표 90"/>
              <p:cNvSpPr/>
              <p:nvPr/>
            </p:nvSpPr>
            <p:spPr>
              <a:xfrm>
                <a:off x="6583680" y="4305993"/>
                <a:ext cx="2323407" cy="60682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2" name="모서리가 둥근 직사각형 91"/>
              <p:cNvSpPr/>
              <p:nvPr/>
            </p:nvSpPr>
            <p:spPr>
              <a:xfrm>
                <a:off x="182880" y="3923604"/>
                <a:ext cx="869306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93" name="모서리가 둥근 직사각형 92"/>
              <p:cNvSpPr/>
              <p:nvPr/>
            </p:nvSpPr>
            <p:spPr>
              <a:xfrm>
                <a:off x="182879" y="2297083"/>
                <a:ext cx="1107302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94" name="모서리가 둥근 직사각형 93"/>
              <p:cNvSpPr/>
              <p:nvPr/>
            </p:nvSpPr>
            <p:spPr>
              <a:xfrm>
                <a:off x="191193" y="484910"/>
                <a:ext cx="2363584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</p:grpSp>
        <p:sp>
          <p:nvSpPr>
            <p:cNvPr id="82" name="직사각형 81"/>
            <p:cNvSpPr/>
            <p:nvPr/>
          </p:nvSpPr>
          <p:spPr>
            <a:xfrm>
              <a:off x="5611660" y="5498926"/>
              <a:ext cx="1189973" cy="1240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96" name="직선 연결선 95"/>
          <p:cNvCxnSpPr>
            <a:stCxn id="17" idx="3"/>
            <a:endCxn id="51" idx="1"/>
          </p:cNvCxnSpPr>
          <p:nvPr/>
        </p:nvCxnSpPr>
        <p:spPr>
          <a:xfrm flipV="1">
            <a:off x="6801633" y="6025861"/>
            <a:ext cx="856110" cy="93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>
            <a:stCxn id="51" idx="3"/>
            <a:endCxn id="36" idx="1"/>
          </p:cNvCxnSpPr>
          <p:nvPr/>
        </p:nvCxnSpPr>
        <p:spPr>
          <a:xfrm flipV="1">
            <a:off x="8599973" y="4845779"/>
            <a:ext cx="426657" cy="4532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/>
          <p:cNvCxnSpPr>
            <a:stCxn id="36" idx="3"/>
            <a:endCxn id="67" idx="1"/>
          </p:cNvCxnSpPr>
          <p:nvPr/>
        </p:nvCxnSpPr>
        <p:spPr>
          <a:xfrm flipV="1">
            <a:off x="9364128" y="3185632"/>
            <a:ext cx="66393" cy="5190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/>
          <p:cNvCxnSpPr>
            <a:stCxn id="67" idx="3"/>
            <a:endCxn id="21" idx="1"/>
          </p:cNvCxnSpPr>
          <p:nvPr/>
        </p:nvCxnSpPr>
        <p:spPr>
          <a:xfrm flipH="1" flipV="1">
            <a:off x="8610685" y="1588048"/>
            <a:ext cx="509880" cy="4486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/>
          <p:cNvCxnSpPr>
            <a:stCxn id="21" idx="3"/>
            <a:endCxn id="82" idx="1"/>
          </p:cNvCxnSpPr>
          <p:nvPr/>
        </p:nvCxnSpPr>
        <p:spPr>
          <a:xfrm flipH="1" flipV="1">
            <a:off x="6829137" y="692942"/>
            <a:ext cx="805642" cy="214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그룹 104"/>
          <p:cNvGrpSpPr/>
          <p:nvPr/>
        </p:nvGrpSpPr>
        <p:grpSpPr>
          <a:xfrm rot="8634453">
            <a:off x="4023672" y="647275"/>
            <a:ext cx="1189973" cy="1240077"/>
            <a:chOff x="5611660" y="5498926"/>
            <a:chExt cx="1189973" cy="1240077"/>
          </a:xfrm>
        </p:grpSpPr>
        <p:grpSp>
          <p:nvGrpSpPr>
            <p:cNvPr id="106" name="그룹 105"/>
            <p:cNvGrpSpPr/>
            <p:nvPr/>
          </p:nvGrpSpPr>
          <p:grpSpPr>
            <a:xfrm>
              <a:off x="5719384" y="5611660"/>
              <a:ext cx="969515" cy="1027134"/>
              <a:chOff x="182879" y="484910"/>
              <a:chExt cx="11593485" cy="4677292"/>
            </a:xfrm>
          </p:grpSpPr>
          <p:sp>
            <p:nvSpPr>
              <p:cNvPr id="108" name="모서리가 둥근 직사각형 107"/>
              <p:cNvSpPr/>
              <p:nvPr/>
            </p:nvSpPr>
            <p:spPr>
              <a:xfrm>
                <a:off x="1197035" y="3923604"/>
                <a:ext cx="2236123" cy="1238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9" name="모서리가 둥근 직사각형 108"/>
              <p:cNvSpPr/>
              <p:nvPr/>
            </p:nvSpPr>
            <p:spPr>
              <a:xfrm>
                <a:off x="3882044" y="3923604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110" name="모서리가 둥근 직사각형 109"/>
              <p:cNvSpPr/>
              <p:nvPr/>
            </p:nvSpPr>
            <p:spPr>
              <a:xfrm>
                <a:off x="9540240" y="3923605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111" name="모서리가 둥근 직사각형 110"/>
              <p:cNvSpPr/>
              <p:nvPr/>
            </p:nvSpPr>
            <p:spPr>
              <a:xfrm>
                <a:off x="2180706" y="2297084"/>
                <a:ext cx="2236123" cy="1238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모서리가 둥근 직사각형 111"/>
              <p:cNvSpPr/>
              <p:nvPr/>
            </p:nvSpPr>
            <p:spPr>
              <a:xfrm>
                <a:off x="5749636" y="2297083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3" name="모서리가 둥근 직사각형 112"/>
              <p:cNvSpPr/>
              <p:nvPr/>
            </p:nvSpPr>
            <p:spPr>
              <a:xfrm>
                <a:off x="9318567" y="2297083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4" name="모서리가 둥근 직사각형 113"/>
              <p:cNvSpPr/>
              <p:nvPr/>
            </p:nvSpPr>
            <p:spPr>
              <a:xfrm>
                <a:off x="4053839" y="484910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5" name="모서리가 둥근 직사각형 114"/>
              <p:cNvSpPr/>
              <p:nvPr/>
            </p:nvSpPr>
            <p:spPr>
              <a:xfrm>
                <a:off x="7789025" y="484910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6" name="오른쪽 화살표 115"/>
              <p:cNvSpPr/>
              <p:nvPr/>
            </p:nvSpPr>
            <p:spPr>
              <a:xfrm>
                <a:off x="6583680" y="4305993"/>
                <a:ext cx="2323407" cy="60682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7" name="모서리가 둥근 직사각형 116"/>
              <p:cNvSpPr/>
              <p:nvPr/>
            </p:nvSpPr>
            <p:spPr>
              <a:xfrm>
                <a:off x="182880" y="3923604"/>
                <a:ext cx="869306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118" name="모서리가 둥근 직사각형 117"/>
              <p:cNvSpPr/>
              <p:nvPr/>
            </p:nvSpPr>
            <p:spPr>
              <a:xfrm>
                <a:off x="182879" y="2297083"/>
                <a:ext cx="1107302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119" name="모서리가 둥근 직사각형 118"/>
              <p:cNvSpPr/>
              <p:nvPr/>
            </p:nvSpPr>
            <p:spPr>
              <a:xfrm>
                <a:off x="191193" y="484910"/>
                <a:ext cx="2363584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</p:grpSp>
        <p:sp>
          <p:nvSpPr>
            <p:cNvPr id="107" name="직사각형 106"/>
            <p:cNvSpPr/>
            <p:nvPr/>
          </p:nvSpPr>
          <p:spPr>
            <a:xfrm>
              <a:off x="5611660" y="5498926"/>
              <a:ext cx="1189973" cy="1240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0" name="그룹 119"/>
          <p:cNvGrpSpPr/>
          <p:nvPr/>
        </p:nvGrpSpPr>
        <p:grpSpPr>
          <a:xfrm rot="5989460">
            <a:off x="3049164" y="2271965"/>
            <a:ext cx="1189973" cy="1240077"/>
            <a:chOff x="5611660" y="5498926"/>
            <a:chExt cx="1189973" cy="1240077"/>
          </a:xfrm>
        </p:grpSpPr>
        <p:grpSp>
          <p:nvGrpSpPr>
            <p:cNvPr id="121" name="그룹 120"/>
            <p:cNvGrpSpPr/>
            <p:nvPr/>
          </p:nvGrpSpPr>
          <p:grpSpPr>
            <a:xfrm>
              <a:off x="5719384" y="5611660"/>
              <a:ext cx="969515" cy="1027134"/>
              <a:chOff x="182879" y="484910"/>
              <a:chExt cx="11593485" cy="4677292"/>
            </a:xfrm>
          </p:grpSpPr>
          <p:sp>
            <p:nvSpPr>
              <p:cNvPr id="123" name="모서리가 둥근 직사각형 122"/>
              <p:cNvSpPr/>
              <p:nvPr/>
            </p:nvSpPr>
            <p:spPr>
              <a:xfrm>
                <a:off x="1197035" y="3923604"/>
                <a:ext cx="2236123" cy="1238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4" name="모서리가 둥근 직사각형 123"/>
              <p:cNvSpPr/>
              <p:nvPr/>
            </p:nvSpPr>
            <p:spPr>
              <a:xfrm>
                <a:off x="3882044" y="3923604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125" name="모서리가 둥근 직사각형 124"/>
              <p:cNvSpPr/>
              <p:nvPr/>
            </p:nvSpPr>
            <p:spPr>
              <a:xfrm>
                <a:off x="9540240" y="3923605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126" name="모서리가 둥근 직사각형 125"/>
              <p:cNvSpPr/>
              <p:nvPr/>
            </p:nvSpPr>
            <p:spPr>
              <a:xfrm>
                <a:off x="2180706" y="2297084"/>
                <a:ext cx="2236123" cy="1238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7" name="모서리가 둥근 직사각형 126"/>
              <p:cNvSpPr/>
              <p:nvPr/>
            </p:nvSpPr>
            <p:spPr>
              <a:xfrm>
                <a:off x="5749636" y="2297083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8" name="모서리가 둥근 직사각형 127"/>
              <p:cNvSpPr/>
              <p:nvPr/>
            </p:nvSpPr>
            <p:spPr>
              <a:xfrm>
                <a:off x="9318567" y="2297083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9" name="모서리가 둥근 직사각형 128"/>
              <p:cNvSpPr/>
              <p:nvPr/>
            </p:nvSpPr>
            <p:spPr>
              <a:xfrm>
                <a:off x="4053839" y="484910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30" name="모서리가 둥근 직사각형 129"/>
              <p:cNvSpPr/>
              <p:nvPr/>
            </p:nvSpPr>
            <p:spPr>
              <a:xfrm>
                <a:off x="7789025" y="484910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1" name="오른쪽 화살표 130"/>
              <p:cNvSpPr/>
              <p:nvPr/>
            </p:nvSpPr>
            <p:spPr>
              <a:xfrm>
                <a:off x="6583680" y="4305993"/>
                <a:ext cx="2323407" cy="60682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2" name="모서리가 둥근 직사각형 131"/>
              <p:cNvSpPr/>
              <p:nvPr/>
            </p:nvSpPr>
            <p:spPr>
              <a:xfrm>
                <a:off x="182880" y="3923604"/>
                <a:ext cx="869306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133" name="모서리가 둥근 직사각형 132"/>
              <p:cNvSpPr/>
              <p:nvPr/>
            </p:nvSpPr>
            <p:spPr>
              <a:xfrm>
                <a:off x="182879" y="2297083"/>
                <a:ext cx="1107302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134" name="모서리가 둥근 직사각형 133"/>
              <p:cNvSpPr/>
              <p:nvPr/>
            </p:nvSpPr>
            <p:spPr>
              <a:xfrm>
                <a:off x="191193" y="484910"/>
                <a:ext cx="2363584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</p:grpSp>
        <p:sp>
          <p:nvSpPr>
            <p:cNvPr id="122" name="직사각형 121"/>
            <p:cNvSpPr/>
            <p:nvPr/>
          </p:nvSpPr>
          <p:spPr>
            <a:xfrm>
              <a:off x="5611660" y="5498926"/>
              <a:ext cx="1189973" cy="1240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5" name="그룹 134"/>
          <p:cNvGrpSpPr/>
          <p:nvPr/>
        </p:nvGrpSpPr>
        <p:grpSpPr>
          <a:xfrm rot="4034790">
            <a:off x="3256577" y="3984325"/>
            <a:ext cx="1189973" cy="1240077"/>
            <a:chOff x="5611660" y="5498926"/>
            <a:chExt cx="1189973" cy="1240077"/>
          </a:xfrm>
        </p:grpSpPr>
        <p:grpSp>
          <p:nvGrpSpPr>
            <p:cNvPr id="136" name="그룹 135"/>
            <p:cNvGrpSpPr/>
            <p:nvPr/>
          </p:nvGrpSpPr>
          <p:grpSpPr>
            <a:xfrm>
              <a:off x="5719384" y="5611660"/>
              <a:ext cx="969515" cy="1027134"/>
              <a:chOff x="182879" y="484910"/>
              <a:chExt cx="11593485" cy="4677292"/>
            </a:xfrm>
          </p:grpSpPr>
          <p:sp>
            <p:nvSpPr>
              <p:cNvPr id="138" name="모서리가 둥근 직사각형 137"/>
              <p:cNvSpPr/>
              <p:nvPr/>
            </p:nvSpPr>
            <p:spPr>
              <a:xfrm>
                <a:off x="1197035" y="3923604"/>
                <a:ext cx="2236123" cy="1238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9" name="모서리가 둥근 직사각형 138"/>
              <p:cNvSpPr/>
              <p:nvPr/>
            </p:nvSpPr>
            <p:spPr>
              <a:xfrm>
                <a:off x="3882044" y="3923604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140" name="모서리가 둥근 직사각형 139"/>
              <p:cNvSpPr/>
              <p:nvPr/>
            </p:nvSpPr>
            <p:spPr>
              <a:xfrm>
                <a:off x="9540240" y="3923605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 smtClean="0"/>
              </a:p>
            </p:txBody>
          </p:sp>
          <p:sp>
            <p:nvSpPr>
              <p:cNvPr id="141" name="모서리가 둥근 직사각형 140"/>
              <p:cNvSpPr/>
              <p:nvPr/>
            </p:nvSpPr>
            <p:spPr>
              <a:xfrm>
                <a:off x="2180706" y="2297084"/>
                <a:ext cx="2236123" cy="123859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2" name="모서리가 둥근 직사각형 141"/>
              <p:cNvSpPr/>
              <p:nvPr/>
            </p:nvSpPr>
            <p:spPr>
              <a:xfrm>
                <a:off x="5749636" y="2297083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3" name="모서리가 둥근 직사각형 142"/>
              <p:cNvSpPr/>
              <p:nvPr/>
            </p:nvSpPr>
            <p:spPr>
              <a:xfrm>
                <a:off x="9318567" y="2297083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4" name="모서리가 둥근 직사각형 143"/>
              <p:cNvSpPr/>
              <p:nvPr/>
            </p:nvSpPr>
            <p:spPr>
              <a:xfrm>
                <a:off x="4053839" y="484910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5" name="모서리가 둥근 직사각형 144"/>
              <p:cNvSpPr/>
              <p:nvPr/>
            </p:nvSpPr>
            <p:spPr>
              <a:xfrm>
                <a:off x="7789025" y="484910"/>
                <a:ext cx="2236124" cy="123859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6" name="오른쪽 화살표 145"/>
              <p:cNvSpPr/>
              <p:nvPr/>
            </p:nvSpPr>
            <p:spPr>
              <a:xfrm>
                <a:off x="6583680" y="4305993"/>
                <a:ext cx="2323407" cy="60682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7" name="모서리가 둥근 직사각형 146"/>
              <p:cNvSpPr/>
              <p:nvPr/>
            </p:nvSpPr>
            <p:spPr>
              <a:xfrm>
                <a:off x="182880" y="3923604"/>
                <a:ext cx="869306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148" name="모서리가 둥근 직사각형 147"/>
              <p:cNvSpPr/>
              <p:nvPr/>
            </p:nvSpPr>
            <p:spPr>
              <a:xfrm>
                <a:off x="182879" y="2297083"/>
                <a:ext cx="1107302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149" name="모서리가 둥근 직사각형 148"/>
              <p:cNvSpPr/>
              <p:nvPr/>
            </p:nvSpPr>
            <p:spPr>
              <a:xfrm>
                <a:off x="191193" y="484910"/>
                <a:ext cx="2363584" cy="1238597"/>
              </a:xfrm>
              <a:prstGeom prst="round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</p:grpSp>
        <p:sp>
          <p:nvSpPr>
            <p:cNvPr id="137" name="직사각형 136"/>
            <p:cNvSpPr/>
            <p:nvPr/>
          </p:nvSpPr>
          <p:spPr>
            <a:xfrm>
              <a:off x="5611660" y="5498926"/>
              <a:ext cx="1189973" cy="12400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0" name="왼쪽/오른쪽 화살표 149"/>
          <p:cNvSpPr/>
          <p:nvPr/>
        </p:nvSpPr>
        <p:spPr>
          <a:xfrm rot="2674055">
            <a:off x="3855796" y="5658883"/>
            <a:ext cx="1457575" cy="45467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2" name="직선 연결선 151"/>
          <p:cNvCxnSpPr>
            <a:stCxn id="82" idx="3"/>
            <a:endCxn id="107" idx="1"/>
          </p:cNvCxnSpPr>
          <p:nvPr/>
        </p:nvCxnSpPr>
        <p:spPr>
          <a:xfrm flipH="1">
            <a:off x="5099447" y="692942"/>
            <a:ext cx="539717" cy="2238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/>
          <p:cNvCxnSpPr>
            <a:stCxn id="107" idx="3"/>
            <a:endCxn id="122" idx="1"/>
          </p:cNvCxnSpPr>
          <p:nvPr/>
        </p:nvCxnSpPr>
        <p:spPr>
          <a:xfrm flipH="1">
            <a:off x="3745671" y="1617814"/>
            <a:ext cx="392198" cy="6879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/>
          <p:cNvCxnSpPr>
            <a:stCxn id="122" idx="3"/>
            <a:endCxn id="137" idx="1"/>
          </p:cNvCxnSpPr>
          <p:nvPr/>
        </p:nvCxnSpPr>
        <p:spPr>
          <a:xfrm>
            <a:off x="3542629" y="3478265"/>
            <a:ext cx="78813" cy="577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/>
          <p:cNvCxnSpPr>
            <a:stCxn id="137" idx="3"/>
            <a:endCxn id="17" idx="1"/>
          </p:cNvCxnSpPr>
          <p:nvPr/>
        </p:nvCxnSpPr>
        <p:spPr>
          <a:xfrm>
            <a:off x="4081684" y="5153047"/>
            <a:ext cx="1529976" cy="965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모서리가 둥근 직사각형 158"/>
          <p:cNvSpPr/>
          <p:nvPr/>
        </p:nvSpPr>
        <p:spPr>
          <a:xfrm>
            <a:off x="5678193" y="2905983"/>
            <a:ext cx="1541519" cy="106285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모서리가 둥근 직사각형 159"/>
          <p:cNvSpPr/>
          <p:nvPr/>
        </p:nvSpPr>
        <p:spPr>
          <a:xfrm>
            <a:off x="309216" y="4584067"/>
            <a:ext cx="2041743" cy="7640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Regional AI Organisms</a:t>
            </a:r>
            <a:endParaRPr lang="ko-KR" altLang="en-US" dirty="0"/>
          </a:p>
        </p:txBody>
      </p:sp>
      <p:cxnSp>
        <p:nvCxnSpPr>
          <p:cNvPr id="162" name="직선 화살표 연결선 161"/>
          <p:cNvCxnSpPr>
            <a:stCxn id="160" idx="3"/>
          </p:cNvCxnSpPr>
          <p:nvPr/>
        </p:nvCxnSpPr>
        <p:spPr>
          <a:xfrm flipV="1">
            <a:off x="2350959" y="4788608"/>
            <a:ext cx="698697" cy="177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모서리가 둥근 직사각형 162"/>
          <p:cNvSpPr/>
          <p:nvPr/>
        </p:nvSpPr>
        <p:spPr>
          <a:xfrm>
            <a:off x="638827" y="981113"/>
            <a:ext cx="2292856" cy="709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Continental AI Organism</a:t>
            </a:r>
            <a:endParaRPr lang="ko-KR" altLang="en-US" dirty="0"/>
          </a:p>
        </p:txBody>
      </p:sp>
      <p:cxnSp>
        <p:nvCxnSpPr>
          <p:cNvPr id="165" name="직선 화살표 연결선 164"/>
          <p:cNvCxnSpPr>
            <a:stCxn id="163" idx="3"/>
          </p:cNvCxnSpPr>
          <p:nvPr/>
        </p:nvCxnSpPr>
        <p:spPr>
          <a:xfrm>
            <a:off x="2931683" y="1336088"/>
            <a:ext cx="1874908" cy="1105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모서리가 둥근 직사각형 165"/>
          <p:cNvSpPr/>
          <p:nvPr/>
        </p:nvSpPr>
        <p:spPr>
          <a:xfrm rot="1980616">
            <a:off x="6409361" y="2142540"/>
            <a:ext cx="1438500" cy="44812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Continental level</a:t>
            </a:r>
            <a:endParaRPr lang="ko-KR" altLang="en-US" sz="1200" dirty="0"/>
          </a:p>
        </p:txBody>
      </p:sp>
      <p:sp>
        <p:nvSpPr>
          <p:cNvPr id="167" name="모서리가 둥근 직사각형 166"/>
          <p:cNvSpPr/>
          <p:nvPr/>
        </p:nvSpPr>
        <p:spPr>
          <a:xfrm rot="18779578">
            <a:off x="4631296" y="2481309"/>
            <a:ext cx="1438500" cy="44812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Continental level</a:t>
            </a:r>
            <a:endParaRPr lang="ko-KR" altLang="en-US" sz="1200" dirty="0"/>
          </a:p>
        </p:txBody>
      </p:sp>
      <p:sp>
        <p:nvSpPr>
          <p:cNvPr id="168" name="모서리가 둥근 직사각형 167"/>
          <p:cNvSpPr/>
          <p:nvPr/>
        </p:nvSpPr>
        <p:spPr>
          <a:xfrm rot="7449831">
            <a:off x="6945458" y="3862218"/>
            <a:ext cx="1438500" cy="44812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Continental level</a:t>
            </a:r>
            <a:endParaRPr lang="ko-KR" altLang="en-US" sz="1200" dirty="0"/>
          </a:p>
        </p:txBody>
      </p:sp>
      <p:sp>
        <p:nvSpPr>
          <p:cNvPr id="169" name="모서리가 둥근 직사각형 168"/>
          <p:cNvSpPr/>
          <p:nvPr/>
        </p:nvSpPr>
        <p:spPr>
          <a:xfrm rot="12088459">
            <a:off x="5344364" y="4552359"/>
            <a:ext cx="1438500" cy="44812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Continental level</a:t>
            </a:r>
            <a:endParaRPr lang="ko-KR" altLang="en-US" sz="1200" dirty="0"/>
          </a:p>
        </p:txBody>
      </p:sp>
      <p:sp>
        <p:nvSpPr>
          <p:cNvPr id="170" name="왼쪽/오른쪽 화살표 169"/>
          <p:cNvSpPr/>
          <p:nvPr/>
        </p:nvSpPr>
        <p:spPr>
          <a:xfrm rot="4428572">
            <a:off x="4600429" y="3675529"/>
            <a:ext cx="1008134" cy="454674"/>
          </a:xfrm>
          <a:prstGeom prst="left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모서리가 둥근 직사각형 170"/>
          <p:cNvSpPr/>
          <p:nvPr/>
        </p:nvSpPr>
        <p:spPr>
          <a:xfrm>
            <a:off x="9482864" y="199433"/>
            <a:ext cx="2500005" cy="1563359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 Continental-Scale Organism of Distributed AI Intelligence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849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66</Words>
  <Application>Microsoft Office PowerPoint</Application>
  <PresentationFormat>와이드스크린</PresentationFormat>
  <Paragraphs>47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Master</dc:creator>
  <cp:lastModifiedBy>Master</cp:lastModifiedBy>
  <cp:revision>3</cp:revision>
  <dcterms:created xsi:type="dcterms:W3CDTF">2026-02-01T13:49:03Z</dcterms:created>
  <dcterms:modified xsi:type="dcterms:W3CDTF">2026-02-01T14:03:16Z</dcterms:modified>
</cp:coreProperties>
</file>