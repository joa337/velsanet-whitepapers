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717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4389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ITU-T  FG-AINN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for a Topology-First,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Optical-Native Network Architecture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IMT-2030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A: Topology-First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3291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B: Optical-Native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291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E: Math Framework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457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Meeting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May 2026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417320"/>
            <a:ext cx="2194560" cy="0"/>
          </a:xfrm>
          <a:prstGeom prst="line">
            <a:avLst/>
          </a:prstGeom>
          <a:noFill/>
          <a:ln w="6350">
            <a:solidFill>
              <a:srgbClr val="AEB6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joa337@gmail.com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Foundation — Not Optimizing the Past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480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Networks Cannot Meet IMT-2030 Targets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— Structural limitations that cannot be resolved through optimization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97280"/>
            <a:ext cx="73152" cy="150876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207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 &amp; Latency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15727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queuing introduces non-determinism. No software can eliminate it — it is architectural.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73152" cy="150876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207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Address-Based Security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5727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is detached from physical transmission paths, making spoofing structurally possible.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788920"/>
            <a:ext cx="73152" cy="1508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98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an Overlay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2644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is applied to a network not designed for it — inference latency, coordination overhead.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78892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788920"/>
            <a:ext cx="73152" cy="1508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898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Topology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2644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space is undefined before addressing. Structural verification at design time is impossible.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5262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bugs — they are consequences of a foundational design choice made 50 years ago.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— Five Work Items for IMT-2030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structural framework for IMT-2030 — two contributions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7160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" y="1252728"/>
            <a:ext cx="1627632" cy="43891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Topology-First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before address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polyhedral primitives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(T4,H6,O8,D12,I20) define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space before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addressing occurs.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02536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02536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911096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911096" y="1252728"/>
            <a:ext cx="1627632" cy="43891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75104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75104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Optical-Native E2E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75104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packet switching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75104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MOCT: physically isolated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optical cores.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Parallelism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by structure.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76472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76472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85032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85032" y="1252728"/>
            <a:ext cx="1627632" cy="4389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49040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49040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inside, not on top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49040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/ AAI / AsAI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bound 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domain.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API, no round-trip.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50408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50408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58968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58968" y="1252728"/>
            <a:ext cx="1627632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22976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22976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22976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projection-based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22976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projection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(Q2 global → Q4 national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Q7 district).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as structural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— no central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required.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24344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24344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32904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32904" y="1252728"/>
            <a:ext cx="1627632" cy="43891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96912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96912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Framework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296912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structural grounding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96912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graph G=(V,E,L)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hypercube mapping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Non-collision constraint: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Core(rᵢ)∩Core(rⱼ)=∅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ITU-T Y.3001 and ITU-R M.2160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Velsanet structurally meets IMT-2030 requirements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347472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1097280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1430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data rate: 1 Tbps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05072" y="1133856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MOCT core carries a dedicated 1 Tbps light path. Throughput scales linearly with core count.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810512"/>
            <a:ext cx="347472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1810512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8562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Over-the-air latency: &lt; 0.1 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05072" y="1847088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queuing eliminated entirely. E2E traversal bounded by propagation delay alone — structural guarantee.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523744"/>
            <a:ext cx="347472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2523744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694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density: 10M devices/km²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05072" y="2560320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Parallelism: Core(rᵢ) ∩ Core(rⱼ) = ∅. No contention under load.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236976"/>
            <a:ext cx="347472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86200" y="3236976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8269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AI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05072" y="3273552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embedded structurally at each polyhedral node tier — not as external service.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950208"/>
            <a:ext cx="347472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86200" y="3950208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995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security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05072" y="3986784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established at spatial genesis phase through structural conformance, not cryptographic protocols.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4320" y="941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IMT-2030 Requirement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86200" y="9418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Structural Response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A — Topology-First Network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Pre-coordinate spatial definition using five polyhedral structural primitives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Velsanet, network space is defined before addressing.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existence is a geometric property — not a routing computation.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691640"/>
            <a:ext cx="1554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91640"/>
            <a:ext cx="1554480" cy="50292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71907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Tetrahedron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258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5786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entry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point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1691640"/>
            <a:ext cx="1554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0" y="1691640"/>
            <a:ext cx="155448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171907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Hexahedron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57400" y="2258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faces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57400" y="25786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/ wireless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node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1691640"/>
            <a:ext cx="1554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1691640"/>
            <a:ext cx="155448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171907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Octahedron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94760" y="2258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faces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94760" y="25786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 ·  City-scale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center node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1691640"/>
            <a:ext cx="1554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1691640"/>
            <a:ext cx="1554480" cy="50292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71907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Dodecahedron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32120" y="2258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faces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32120" y="25786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 ·  Regional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center node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1691640"/>
            <a:ext cx="1554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1691640"/>
            <a:ext cx="1554480" cy="502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171907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Icosahedron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69480" y="2258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faces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69480" y="25786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AsAI  ·  National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center node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691640" y="2971800"/>
            <a:ext cx="32004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29000" y="2971800"/>
            <a:ext cx="32004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66360" y="2971800"/>
            <a:ext cx="32004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2971800"/>
            <a:ext cx="32004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3616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grammar — no additional primitives needed or admitted. Topology verifiable at construction time.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B — MOCT Physical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Multi-Optical-Core Transceiver — four-layer integrated structure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MOCT is a fixed, non-pluggable photonic module integrated directly with the polyhedral matrix.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connectors. No switching. No round-trip.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1490472"/>
            <a:ext cx="859536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490472"/>
            <a:ext cx="1188720" cy="79552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68249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15361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Polymer-form Optical Core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181776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core divided into 8 fixed physical channels: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 — Sensing &amp; control (auth, alignment, bootstrap)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Ch2–8 — Parallel optical data transmission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&amp; non-switchable → deterministic, passive, immune to interference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77440"/>
            <a:ext cx="1188720" cy="7132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48716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244144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Ultra-fine Mechanical Contact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26974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Micron-level alignment between optical core and semiconductor matrix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(no moving/switching elements) · Permanent pressure &amp; alignment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Vibration-resistant · Zero operational power required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18211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182112"/>
            <a:ext cx="1188720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329184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00200" y="324612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&amp; MEMS Alignment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00200" y="35021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photonics matrix + static MEMS alignment structures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Lithographic precision · High-density optical contact arrays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hundreds of cores · Defective cores auto-excluded via Ch1 sensing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986784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986784"/>
            <a:ext cx="1188720" cy="71323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409651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00200" y="40507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Pre-attached Fiber Layer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00200" y="430682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fused at factory — 5m+ length, non-detachable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connector loss · No insertion-loss variation · No field maintenance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optical substrate from matrix to extended physical layer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8006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fixed optics · semiconductor-grade alignment · MEMS stability · permanently fused fibers → solid-state optical medium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E — Mathematical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graph theory, Q7 hypercube mapping, non-collision constraint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51560"/>
            <a:ext cx="2651760" cy="43891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069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Graph 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1572768"/>
            <a:ext cx="2432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(V, E, L)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polyhedral nodes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directed optical connections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structural layers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Super-adjacency matrix enforces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decomposition at design time.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51560"/>
            <a:ext cx="265176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069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Hypercube Mapping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1572768"/>
            <a:ext cx="2432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Q⁷ = ({0,1}⁷, 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(u,v) ∈ E  ↔  |u⊕v| = 1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bandwidth = 64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failure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locality guaranteed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expansion guaranteed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2651760" cy="43891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069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Parallelism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1572768"/>
            <a:ext cx="2432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Non-collision constraint: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Core(rᵢ) ∩ Core(rⱼ) = 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i ≠ j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— not statistical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invariant under load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 at design time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from Existing IMT-2030 Proposals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Velsanet a different class — not an optimization of existing approaches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78992"/>
            <a:ext cx="859536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AEB6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73152" cy="594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143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switching is not retained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11247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does not extend or optimize packet-based transport. It replaces it with physically isolated optical cores.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783080"/>
            <a:ext cx="8595360" cy="594360"/>
          </a:xfrm>
          <a:prstGeom prst="rect">
            <a:avLst/>
          </a:prstGeom>
          <a:solidFill>
            <a:srgbClr val="EBF5FB"/>
          </a:solidFill>
          <a:ln w="3810">
            <a:solidFill>
              <a:srgbClr val="AEB6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783080"/>
            <a:ext cx="73152" cy="594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847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precedes addressing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1828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all IP-based architectures, Velsanet defines spatial structure before introducing coordinate systems.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487168"/>
            <a:ext cx="859536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AEB6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487168"/>
            <a:ext cx="73152" cy="594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5511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physical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25328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established through structural conformance at spatial genesis — not through cryptographic protocols.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191256"/>
            <a:ext cx="8595360" cy="594360"/>
          </a:xfrm>
          <a:prstGeom prst="rect">
            <a:avLst/>
          </a:prstGeom>
          <a:solidFill>
            <a:srgbClr val="EBF5FB"/>
          </a:solidFill>
          <a:ln w="3810">
            <a:solidFill>
              <a:srgbClr val="AEB6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191256"/>
            <a:ext cx="73152" cy="594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552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a service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03320" y="32369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is embedded structurally at each node tier, operating within topologically defined authority boundaries.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895344"/>
            <a:ext cx="859536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AEB6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895344"/>
            <a:ext cx="73152" cy="594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959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structural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03320" y="39410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sovereignty encoded into Q4 layer architecture — not enforced through policy agreements.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 Items for FG-AINN Consideration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FG-AINN to initiate study under the IMT-2030 work programme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78992"/>
            <a:ext cx="8595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78992"/>
            <a:ext cx="1463040" cy="10515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426464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117043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Topology-First Network Architecture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149047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 of pre-coordinate topological space as an architectural foundation for future networks. Study of polyhedral structural primitives (T4, H6, O8, D12, I20) as a grammar for network space generation.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67712"/>
            <a:ext cx="8595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67712"/>
            <a:ext cx="1463040" cy="10515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615184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235915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Optical-Native E2E Connectivity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267919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physically isolated, multi-core optical path architecture as an alternative to packet-switched transport. Evaluation of MOCT-class hardware for deterministic parallel connectivity.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456432"/>
            <a:ext cx="8595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56432"/>
            <a:ext cx="1463040" cy="10515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803904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35478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Framework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386791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study of multi-layer graph model G=(V,E,L), Q7 hypercube mapping, and non-collision constraint as foundations for next-generation network design.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  ·  Summary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804672"/>
          </a:xfrm>
          <a:prstGeom prst="rect">
            <a:avLst/>
          </a:prstGeom>
          <a:solidFill>
            <a:srgbClr val="0D2137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58368"/>
            <a:ext cx="1325880" cy="8046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05256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72237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Topology-First Network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02412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Pre-coordinate topological space. Polyhedral primitives (T4, H6, O8, D12, I20) as grammar for network space generation.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8412480" cy="804672"/>
          </a:xfrm>
          <a:prstGeom prst="rect">
            <a:avLst/>
          </a:prstGeom>
          <a:solidFill>
            <a:srgbClr val="0D2137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72768"/>
            <a:ext cx="1325880" cy="8046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819656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163677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Optical-Native E2E Connectivity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193852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isolated multi-core optical path (MOCT). Deterministic parallel connectivity — no packet switching.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87168"/>
            <a:ext cx="8412480" cy="804672"/>
          </a:xfrm>
          <a:prstGeom prst="rect">
            <a:avLst/>
          </a:prstGeom>
          <a:solidFill>
            <a:srgbClr val="0D2137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87168"/>
            <a:ext cx="1325880" cy="8046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734056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255117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Framework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85292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graph G=(V,E,L) · Q7 hypercube mapping · Non-collision constraint: Core(rᵢ)∩Core(rⱼ)=∅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493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respectfully request FG-AINN to initiate study of Work Items A, B, and 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IMT-2030 work programme.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·  joa337@gmail.com</a:t>
            </a:r>
            <a:endParaRPr lang="en-US" sz="900" dirty="0"/>
          </a:p>
          <a:p>
            <a:pPr algn="ctr"/>
            <a:r>
              <a:rPr lang="en-US" sz="8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github.com/joa337/velsanet-whitepapers  ·  joa337.github.io/velsanet-whitepapers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1303</Words>
  <Application>Microsoft Office PowerPoint</Application>
  <PresentationFormat>화면 슬라이드 쇼(16:9)</PresentationFormat>
  <Paragraphs>237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FG-AINN-I-237: Topology-First, Optical-Native Network Architecture</dc:title>
  <dc:subject>PptxGenJS Presentation</dc:subject>
  <dc:creator>Changho Song</dc:creator>
  <cp:lastModifiedBy>Master</cp:lastModifiedBy>
  <cp:revision>2</cp:revision>
  <dcterms:created xsi:type="dcterms:W3CDTF">2026-04-08T21:44:50Z</dcterms:created>
  <dcterms:modified xsi:type="dcterms:W3CDTF">2026-04-08T21:48:40Z</dcterms:modified>
</cp:coreProperties>
</file>