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1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4389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 FG-AINN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Structurally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and Decentralized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IMT-2030 Networks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C: Embedded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D: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May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2194560" cy="0"/>
          </a:xfrm>
          <a:prstGeom prst="line">
            <a:avLst/>
          </a:prstGeom>
          <a:noFill/>
          <a:ln w="6350">
            <a:solidFill>
              <a:srgbClr val="AEB6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joa337@gmail.com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be structural — not a service applied after the fact.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AI-as-Overlay Cannot Work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Three structural problems with conventional AI integration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73152" cy="9601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Inference 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5179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travel through multiple software layers before affecting network behaviour — incompatible with IMT-2030 sub-0.1 ms targets.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73152" cy="9601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Authority Ambiguity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15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definition of which AI system has authority over which network domain. Conflicts resolved by software policy — not architecture.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91840"/>
            <a:ext cx="73152" cy="9601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Trust Boundary Violation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operating across network domains lack structurally enforced isolation — creating potential for cross-domain interference.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existing architectures, AI correctness is a software property — not a structural invariant.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— Five Work Items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framework for IMT-2030 — two contributions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" y="1252728"/>
            <a:ext cx="1627632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before address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polyhedral primitives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(T4,H6,O8,D12,I20) define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before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addressing occurs.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02536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11096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11096" y="1252728"/>
            <a:ext cx="1627632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75104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5104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switching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75104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MOCT: physically isolated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optical cores.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structure.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76472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85032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5032" y="1252728"/>
            <a:ext cx="1627632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inside, not on top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bound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domain.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API, no round-trip.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0408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58968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58968" y="1252728"/>
            <a:ext cx="1627632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as invariant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22976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projection-based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governance.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structural invariant.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24344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32904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32904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96912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Framework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96912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structural grounding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96912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Core(rᵢ)∩Core(rⱼ)=∅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ITU-T Y.3001 and ITU-R M.2160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Velsanet structurally meets IMT-2030 AI integration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09728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Sub-0.1 ms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113385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Parallelism: packet queuing eliminated. AI operates at hardware speed — no API boundary.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810512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56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05072" y="1847088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PAI/AAI/AsAI structurally embedded at each polyhedral tier. AI correctness is architectural, not behavioral.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523744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69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connection density/km²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05072" y="2560320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 Core(rᵢ)∩Core(rⱼ)=∅ guarantees no contention. AI decisions never delayed by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3236976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awareness (Y.3001)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05072" y="3273552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AI self-governs through structural projection rules — no centralized policy coordination required.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50208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950208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05072" y="3986784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established through structural conformance — AI authority verifiable by structural inspection, not certificates.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941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IMT-2030 Requirement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86200" y="9418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Structural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 — Structurally Embedded AI (PAI / AAI / AsAI)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distributed AI architecture native to network topology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Velsanet, AI is not an external service. Each layer is structurally bound to its topological domain.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81328"/>
            <a:ext cx="2697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— Octahedron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faces · City-scale E2E)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000" b="1" dirty="0" smtClean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core allocation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integrity verification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anomaly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at hardware speed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81328"/>
            <a:ext cx="269748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 — Dodecahedron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</a:rPr>
              <a:t>(12 faces · Regional E2E)</a:t>
            </a:r>
          </a:p>
        </p:txBody>
      </p:sp>
      <p:sp>
        <p:nvSpPr>
          <p:cNvPr id="22" name="Text 20"/>
          <p:cNvSpPr/>
          <p:nvPr/>
        </p:nvSpPr>
        <p:spPr>
          <a:xfrm>
            <a:off x="329184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Regional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path establishment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Inter-domain transitions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structural coherence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= topological 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81328"/>
            <a:ext cx="269748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I20 — Icosahedron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</a:rPr>
              <a:t>(20 faces · National E2E)</a:t>
            </a:r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coordination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path optimization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structural monitoring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structural projection rules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926080"/>
            <a:ext cx="27432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926080"/>
            <a:ext cx="27432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Authority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communication governed by structural projection — not software 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Invariant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1572768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layer is bound to its topological domain.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084832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084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AsAI instruction to an AAI region is valid only if AsAI holds structural authority over that region (Q7 mapping).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596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eliminates software-defined trust policies.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108960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authority is always verifiable by structural inspection.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206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51560"/>
            <a:ext cx="420624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06984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AI-as-a-Service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70448" y="1536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AI-as-Service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33488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70448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 layer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348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layer of network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70448" y="2340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policy (bypassable)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33488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inspection (invariant)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70448" y="2852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round-trip required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33488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speed (no API)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0448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33488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Path-structural conformance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0448" y="3877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gap → breach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3348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non-conformance → blocked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 — Projection-Based Sovereign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hierarchy — national sovereignty as a structural invariant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governance without centralized control — sovereignty encoded into the architecture, not enforced by policy.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41248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63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Global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4630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Inter-continental coordination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1938528"/>
            <a:ext cx="7498080" cy="402336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385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Continental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193852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bloc coordination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2414016"/>
            <a:ext cx="658368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414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National 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boundary — structural invariant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889504"/>
            <a:ext cx="5486400" cy="40233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Regional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8895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Sub-national administrative domains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364992"/>
            <a:ext cx="4206240" cy="402336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364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33649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network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District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8404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Q4 — Cross-national communication requires structural authorization defined at Q4 interface — not a policy check.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Global Coherence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guarantees — no single point of failure or central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265176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Formal Definition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Q⁷ = ({0,1}⁷, 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 ↔  |u⊕v| = 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bandwidth = 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locality guaranteed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5176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Sovereignty (Q4)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is a structural invariant.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Cross-Q4 data/control requires structural authorization — not software policy.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is enforced by the architecture — not by agreements that can be bypassed.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65176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follows the same projection rules as network governance.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system can exceed its topologically defined authority boundary.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verifiable — not declarative.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 Items for FG-AINN Consideration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FG-AINN to initiate study under the IMT-2030 work programme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88720"/>
            <a:ext cx="1463040" cy="12984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6459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280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16459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three-layer distributed AI architecture (PAI/AAI/AsAI) native to network topology. Definition of structural authority boundaries for AI systems. Comparison with external AI overlay models in terms of latency, trust, and governance.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1463040" cy="12984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0896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Projection-Based Sovereign Governance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1089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hierarchical projection model (Q2–Q7) for global network coordination without centralized control. Evaluation of structural sovereignty encoding at national layer (Q4). Comparison with policy-based governance models.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items complement FG-AINN-I-237 (Work Items A, B, E) — together forming a complete structural framework for IMT-2030.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  · 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proposes that AI governance must be: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— not applied as an external overlay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Authority-bounded — each AI layer confined to its topological domain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78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Sovereignty-preserving — national boundaries encoded as structural invariants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respectfully request FG-AINN to initiate study of Work Items C and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IMT-2030 work programme.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050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·  joa337@gmail.com</a:t>
            </a:r>
            <a:endParaRPr lang="en-US" sz="900" dirty="0"/>
          </a:p>
          <a:p>
            <a:pPr algn="ctr"/>
            <a:r>
              <a:rPr lang="en-US" sz="8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github.com/joa337/velsanet-whitepapers  ·  joa337.github.io/velsanet-whitepapers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1183</Words>
  <Application>Microsoft Office PowerPoint</Application>
  <PresentationFormat>화면 슬라이드 쇼(16:9)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FG-AINN-I-236: Structurally Embedded AI and Decentralized Governance</dc:title>
  <dc:subject>PptxGenJS Presentation</dc:subject>
  <dc:creator>Changho Song</dc:creator>
  <cp:lastModifiedBy>Master</cp:lastModifiedBy>
  <cp:revision>3</cp:revision>
  <dcterms:created xsi:type="dcterms:W3CDTF">2026-04-08T21:24:22Z</dcterms:created>
  <dcterms:modified xsi:type="dcterms:W3CDTF">2026-04-09T04:15:08Z</dcterms:modified>
</cp:coreProperties>
</file>