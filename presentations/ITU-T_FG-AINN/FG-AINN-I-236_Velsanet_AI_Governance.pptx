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4389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ITU-T  FG-AINN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Structurally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 and Decentralized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 IMT-2030 Networks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C: Embedded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32918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291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D: Governance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457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Meeting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May 2026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417320"/>
            <a:ext cx="2194560" cy="0"/>
          </a:xfrm>
          <a:prstGeom prst="line">
            <a:avLst/>
          </a:prstGeom>
          <a:noFill/>
          <a:ln w="6350">
            <a:solidFill>
              <a:srgbClr val="AEB6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joa337@gmail.com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be structural — not a service applied after the fact.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480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AI-as-Overlay Cannot Work for IMT-2030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Three structural problems with conventional AI integration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97280"/>
            <a:ext cx="73152" cy="96012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Inference 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15179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decisions travel through multiple software layers before affecting network behaviour — incompatible with IMT-2030 sub-0.1 ms targets.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94560"/>
            <a:ext cx="73152" cy="96012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86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Authority Ambiguity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61518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structural definition of which AI system has authority over which network domain. Conflicts resolved by software policy — not architecture.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91840"/>
            <a:ext cx="73152" cy="960120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83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Trust Boundary Violation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operating across network domains lack structurally enforced isolation — creating potential for cross-domain interference.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4165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existing architectures, AI correctness is a software property — not a structural invariant.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— Five Work Items for IMT-2030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structural framework for IMT-2030 — two contributions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37160" y="1252728"/>
            <a:ext cx="1627632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Topology-First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before address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polyhedral primitives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(T4,C6,O8,D12,I20) define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space before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addressing occurs.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02536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02536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11096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911096" y="1252728"/>
            <a:ext cx="1627632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75104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Optical-Native E2E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75104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packet switching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75104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MOCT: physically isolated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optical cores.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by structure.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76472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6472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85032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85032" y="1252728"/>
            <a:ext cx="1627632" cy="4389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inside, not on top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/ AAI / AsAI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bound 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domain.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API, no round-trip.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50408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50408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58968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58968" y="1252728"/>
            <a:ext cx="1627632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22976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22976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as invariant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22976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projection-based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governance.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structural invariant.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24344" y="987552"/>
            <a:ext cx="1444752" cy="2286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24344" y="98755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FG-AINN-I-237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32904" y="1252728"/>
            <a:ext cx="1627632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232904" y="1252728"/>
            <a:ext cx="1627632" cy="43891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1271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96912" y="17556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Framework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296912" y="20939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structural grounding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96912" y="2377440"/>
            <a:ext cx="14996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graph G=(V,E,L)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mapping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Core(rᵢ)∩Core(rⱼ)=∅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ITU-T Y.3001 and ITU-R M.2160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Velsanet structurally meets IMT-2030 AI integration 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86200" y="1097280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1430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Sub-0.1 ms latency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05072" y="1133856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Parallelism: packet queuing eliminated. AI operates at hardware speed — no API boundary.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86200" y="1810512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562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05072" y="1847088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PAI/AAI/AsAI structurally embedded at each polyhedral tier. AI correctness is architectural, not behavioral.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523744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5694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connection density/km²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05072" y="2560320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Non-collision constraint Core(rᵢ)∩Core(rⱼ)=∅ guarantees no contention. AI decisions never delayed by load.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236976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3236976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826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awareness (Y.3001)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05072" y="3273552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AI self-governs through structural projection rules — no centralized policy coordination required.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950208"/>
            <a:ext cx="3474720" cy="594360"/>
          </a:xfrm>
          <a:prstGeom prst="rect">
            <a:avLst/>
          </a:prstGeom>
          <a:solidFill>
            <a:srgbClr val="EDE7F6"/>
          </a:solidFill>
          <a:ln w="6350">
            <a:solidFill>
              <a:srgbClr val="6C348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86200" y="3950208"/>
            <a:ext cx="49377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9592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05072" y="3986784"/>
            <a:ext cx="4709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established through structural conformance — AI authority verifiable by structural inspection, not certificates.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4320" y="941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IMT-2030 Requirement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86200" y="9418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Structural 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 — Structurally Embedded AI (PAI / AAI / AsAI)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distributed AI architecture native to network topology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Velsanet, AI is not an external service. Each layer is structurally bound to its topological domain.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81328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481328"/>
            <a:ext cx="269748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49961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039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T4, C6, O8, D12, I20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polyhedral nodes)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Node-level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core allocation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integrity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anomaly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at hardware speed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81328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81328"/>
            <a:ext cx="269748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49961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039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topology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Regional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path establishment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Inter-domain transitions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structural coherence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= topological region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481328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81328"/>
            <a:ext cx="2697480" cy="502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499616"/>
            <a:ext cx="2514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203911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4505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Global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74320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coordination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path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structural monitoring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structural projection rules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34640" y="2926080"/>
            <a:ext cx="27432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2926080"/>
            <a:ext cx="274320" cy="0"/>
          </a:xfrm>
          <a:prstGeom prst="line">
            <a:avLst/>
          </a:prstGeom>
          <a:noFill/>
          <a:ln w="12700">
            <a:solidFill>
              <a:srgbClr val="AEB6B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Authority Boundaries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Cross-layer communication governed by structural projection — not software policy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411480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69848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Invariant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" y="1572768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AI layer is bound to its topological domain.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084832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084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AsAI instruction to an AAI region is valid only if AsAI holds structural authority over that region (Q7 mapping).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596896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5968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eliminates software-defined trust policies.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108960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authority is always verifiable by structural inspection.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621024"/>
            <a:ext cx="54864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62102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guarantee: Core(rᵢ) ∩ Core(rⱼ) = 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communications never subject to queuing or contention.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206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51560"/>
            <a:ext cx="420624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069848"/>
            <a:ext cx="3986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AI-as-a-Service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1536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70448" y="1536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AI-as-Service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33488" y="1536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70448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 layer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3348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layer of network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23408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70448" y="23408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policy (bypassable)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33488" y="234086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inspection (invariant)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2852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70448" y="28529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round-trip required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33488" y="28529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speed (no API)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33649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70448" y="336499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33488" y="3364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Path-structural conformance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87705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70448" y="38770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gap → breach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33488" y="3877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non-conformance → blocked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 — Projection-Based Sovereign Governance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hierarchy — national sovereignty as a structural invariant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governance without centralized control — sovereignty encoded into the architecture, not enforced by policy.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8412480" cy="40233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630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Global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146304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Inter-continental coordination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1938528"/>
            <a:ext cx="7498080" cy="402336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9385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Continental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193852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bloc coordination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80160" y="2414016"/>
            <a:ext cx="6583680" cy="402336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4140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National 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4140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boundary — structural invariant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2889504"/>
            <a:ext cx="5486400" cy="40233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8895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Regional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288950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Sub-national administrative domains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3364992"/>
            <a:ext cx="4206240" cy="402336"/>
          </a:xfrm>
          <a:prstGeom prst="rect">
            <a:avLst/>
          </a:prstGeom>
          <a:solidFill>
            <a:srgbClr val="A569BD"/>
          </a:solidFill>
          <a:ln w="12700">
            <a:solidFill>
              <a:srgbClr val="A569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3649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City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33649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network management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3840480"/>
            <a:ext cx="2926080" cy="402336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8404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District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8404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operation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Q4 — Cross-national communication requires structural authorization defined at Q4 interface — not a policy check.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Global Coherence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guarantees — no single point of failure or central control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051560"/>
            <a:ext cx="2651760" cy="43891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Hypercube Formal Definition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Q⁷ = ({0,1}⁷, 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(u,v) ∈ E  ↔  |u⊕v| =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Bisection bandwidth = 64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control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locality guaranteed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51560"/>
            <a:ext cx="265176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Sovereignty (Q4)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sovereignty is a structural invariant.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Cross-Q4 data/control requires structural authorization — not software policy.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is enforced by the architecture — not by agreements that can be bypassed.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265176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06984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572768"/>
            <a:ext cx="2432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follows the same projection rules as network governance.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system can exceed its topologically defined authority boundary.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is verifiable — not declarative.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 Items for FG-AINN Consideration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6459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4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FG-AINN to initiate study under the IMT-2030 work programme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73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|  FG-AINN  |  Virtual, 5–7 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188720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88720"/>
            <a:ext cx="1463040" cy="129844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6459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280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Embedded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164592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three-layer distributed AI architecture (PAI/AAI/AsAI) native to network topology. Definition of structural authority boundaries for AI systems. Comparison with external AI overlay models in terms of latency, trust, and governance.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85953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AEB6B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1463040" cy="12984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10896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743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Projection-Based Sovereign Governance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31089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hierarchical projection model (Q2–Q7) for global network coordination without centralized control. Evaluation of structural sovereignty encoding at national layer (Q4). Comparison with policy-based governance models.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 items complement FG-AINN-I-237 (Work Items A, B, E) — together forming a complete structural framework for IMT-2030.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B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FG-AINN-I-236  · 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 proposes that AI governance must be: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54864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embedded — not applied as an external overlay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Authority-bounded — each AI layer confined to its topological domain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54864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7860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Sovereignty-preserving — national boundaries encoded as structural invariants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respectfully request FG-AINN to initiate study of Work Items C and 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IMT-2030 work programme.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0507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 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Changho Song  ·  joa337@gmail.com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FG-AINN-I-236: Structurally Embedded AI and Decentralized Governance</dc:title>
  <dc:subject>PptxGenJS Presentation</dc:subject>
  <dc:creator>Changho Song</dc:creator>
  <cp:lastModifiedBy>Changho Song</cp:lastModifiedBy>
  <cp:revision>1</cp:revision>
  <dcterms:created xsi:type="dcterms:W3CDTF">2026-04-08T21:24:22Z</dcterms:created>
  <dcterms:modified xsi:type="dcterms:W3CDTF">2026-04-08T21:24:22Z</dcterms:modified>
</cp:coreProperties>
</file>